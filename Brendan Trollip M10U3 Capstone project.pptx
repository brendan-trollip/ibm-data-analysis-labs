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4"/>
  </p:sldMasterIdLst>
  <p:notesMasterIdLst>
    <p:notesMasterId r:id="rId27"/>
  </p:notesMasterIdLst>
  <p:sldIdLst>
    <p:sldId id="346" r:id="rId5"/>
    <p:sldId id="348" r:id="rId6"/>
    <p:sldId id="258" r:id="rId7"/>
    <p:sldId id="259" r:id="rId8"/>
    <p:sldId id="260" r:id="rId9"/>
    <p:sldId id="347" r:id="rId10"/>
    <p:sldId id="355" r:id="rId11"/>
    <p:sldId id="262" r:id="rId12"/>
    <p:sldId id="356" r:id="rId13"/>
    <p:sldId id="263" r:id="rId14"/>
    <p:sldId id="264" r:id="rId15"/>
    <p:sldId id="357" r:id="rId16"/>
    <p:sldId id="265" r:id="rId17"/>
    <p:sldId id="267" r:id="rId18"/>
    <p:sldId id="268" r:id="rId19"/>
    <p:sldId id="269" r:id="rId20"/>
    <p:sldId id="354" r:id="rId21"/>
    <p:sldId id="270" r:id="rId22"/>
    <p:sldId id="272" r:id="rId23"/>
    <p:sldId id="273" r:id="rId24"/>
    <p:sldId id="274" r:id="rId25"/>
    <p:sldId id="275" r:id="rId26"/>
  </p:sldIdLst>
  <p:sldSz cx="12192000" cy="6858000"/>
  <p:notesSz cx="6858000" cy="1857375"/>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Azraa Akherwaray" initials="AA" lastIdx="1" clrIdx="6">
    <p:extLst>
      <p:ext uri="{19B8F6BF-5375-455C-9EA6-DF929625EA0E}">
        <p15:presenceInfo xmlns:p15="http://schemas.microsoft.com/office/powerpoint/2012/main" userId="S::Azraa.Akherwaray@learningmate.com::c8efb728-d1af-4e0a-8e70-b3c45402a532" providerId="AD"/>
      </p:ext>
    </p:extLst>
  </p:cmAuthor>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3"/>
    <a:srgbClr val="007D79"/>
    <a:srgbClr val="D02670"/>
    <a:srgbClr val="231F20"/>
    <a:srgbClr val="33B1FF"/>
    <a:srgbClr val="262626"/>
    <a:srgbClr val="525252"/>
    <a:srgbClr val="BE95FF"/>
    <a:srgbClr val="FFFFFF"/>
    <a:srgbClr val="C1C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3" autoAdjust="0"/>
    <p:restoredTop sz="91480" autoAdjust="0"/>
  </p:normalViewPr>
  <p:slideViewPr>
    <p:cSldViewPr snapToGrid="0">
      <p:cViewPr varScale="1">
        <p:scale>
          <a:sx n="99" d="100"/>
          <a:sy n="99" d="100"/>
        </p:scale>
        <p:origin x="72" y="84"/>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Trollip" userId="ceb3116e9e5b480a" providerId="LiveId" clId="{ACDF1086-94BE-4A54-A674-ACC38A666FC5}"/>
    <pc:docChg chg="undo custSel addSld delSld modSld sldOrd">
      <pc:chgData name="Brendan Trollip" userId="ceb3116e9e5b480a" providerId="LiveId" clId="{ACDF1086-94BE-4A54-A674-ACC38A666FC5}" dt="2026-06-19T18:09:48.558" v="426" actId="1076"/>
      <pc:docMkLst>
        <pc:docMk/>
      </pc:docMkLst>
      <pc:sldChg chg="modSp mod">
        <pc:chgData name="Brendan Trollip" userId="ceb3116e9e5b480a" providerId="LiveId" clId="{ACDF1086-94BE-4A54-A674-ACC38A666FC5}" dt="2026-06-19T14:23:08.264" v="37" actId="20577"/>
        <pc:sldMkLst>
          <pc:docMk/>
          <pc:sldMk cId="1555385428" sldId="258"/>
        </pc:sldMkLst>
        <pc:spChg chg="mod">
          <ac:chgData name="Brendan Trollip" userId="ceb3116e9e5b480a" providerId="LiveId" clId="{ACDF1086-94BE-4A54-A674-ACC38A666FC5}" dt="2026-06-19T14:23:08.264" v="37" actId="20577"/>
          <ac:spMkLst>
            <pc:docMk/>
            <pc:sldMk cId="1555385428" sldId="258"/>
            <ac:spMk id="3" creationId="{06B44109-938A-7A63-C3A8-FDDB5C799EA5}"/>
          </ac:spMkLst>
        </pc:spChg>
      </pc:sldChg>
      <pc:sldChg chg="modSp mod">
        <pc:chgData name="Brendan Trollip" userId="ceb3116e9e5b480a" providerId="LiveId" clId="{ACDF1086-94BE-4A54-A674-ACC38A666FC5}" dt="2026-06-19T15:40:55.776" v="120" actId="20577"/>
        <pc:sldMkLst>
          <pc:docMk/>
          <pc:sldMk cId="3791692516" sldId="260"/>
        </pc:sldMkLst>
        <pc:spChg chg="mod">
          <ac:chgData name="Brendan Trollip" userId="ceb3116e9e5b480a" providerId="LiveId" clId="{ACDF1086-94BE-4A54-A674-ACC38A666FC5}" dt="2026-06-19T15:40:55.776" v="120" actId="20577"/>
          <ac:spMkLst>
            <pc:docMk/>
            <pc:sldMk cId="3791692516" sldId="260"/>
            <ac:spMk id="3" creationId="{5EF8C842-232A-AE37-3471-90353781809D}"/>
          </ac:spMkLst>
        </pc:spChg>
      </pc:sldChg>
      <pc:sldChg chg="addSp modSp mod">
        <pc:chgData name="Brendan Trollip" userId="ceb3116e9e5b480a" providerId="LiveId" clId="{ACDF1086-94BE-4A54-A674-ACC38A666FC5}" dt="2026-06-19T15:51:40.200" v="140" actId="1076"/>
        <pc:sldMkLst>
          <pc:docMk/>
          <pc:sldMk cId="3684467408" sldId="262"/>
        </pc:sldMkLst>
        <pc:spChg chg="mod">
          <ac:chgData name="Brendan Trollip" userId="ceb3116e9e5b480a" providerId="LiveId" clId="{ACDF1086-94BE-4A54-A674-ACC38A666FC5}" dt="2026-06-19T15:48:24.332" v="121" actId="20577"/>
          <ac:spMkLst>
            <pc:docMk/>
            <pc:sldMk cId="3684467408" sldId="262"/>
            <ac:spMk id="10" creationId="{2DFAC5CF-1B58-ABB4-D63B-1D931D572459}"/>
          </ac:spMkLst>
        </pc:spChg>
        <pc:spChg chg="mod">
          <ac:chgData name="Brendan Trollip" userId="ceb3116e9e5b480a" providerId="LiveId" clId="{ACDF1086-94BE-4A54-A674-ACC38A666FC5}" dt="2026-06-19T15:50:32.954" v="129" actId="20577"/>
          <ac:spMkLst>
            <pc:docMk/>
            <pc:sldMk cId="3684467408" sldId="262"/>
            <ac:spMk id="11" creationId="{FBAA9DB0-9EAC-9B25-C7F3-3CE83758128E}"/>
          </ac:spMkLst>
        </pc:spChg>
        <pc:picChg chg="add mod">
          <ac:chgData name="Brendan Trollip" userId="ceb3116e9e5b480a" providerId="LiveId" clId="{ACDF1086-94BE-4A54-A674-ACC38A666FC5}" dt="2026-06-19T15:51:33.679" v="139" actId="1076"/>
          <ac:picMkLst>
            <pc:docMk/>
            <pc:sldMk cId="3684467408" sldId="262"/>
            <ac:picMk id="3" creationId="{47BB9E18-AD48-01AE-DFF8-B87EB9F1DFD2}"/>
          </ac:picMkLst>
        </pc:picChg>
        <pc:picChg chg="add mod">
          <ac:chgData name="Brendan Trollip" userId="ceb3116e9e5b480a" providerId="LiveId" clId="{ACDF1086-94BE-4A54-A674-ACC38A666FC5}" dt="2026-06-19T15:51:40.200" v="140" actId="1076"/>
          <ac:picMkLst>
            <pc:docMk/>
            <pc:sldMk cId="3684467408" sldId="262"/>
            <ac:picMk id="5" creationId="{D6F4DB18-39C9-00BA-C49B-D88F63EB719E}"/>
          </ac:picMkLst>
        </pc:picChg>
      </pc:sldChg>
      <pc:sldChg chg="addSp modSp mod">
        <pc:chgData name="Brendan Trollip" userId="ceb3116e9e5b480a" providerId="LiveId" clId="{ACDF1086-94BE-4A54-A674-ACC38A666FC5}" dt="2026-06-19T16:18:35.582" v="191" actId="1076"/>
        <pc:sldMkLst>
          <pc:docMk/>
          <pc:sldMk cId="3701288749" sldId="263"/>
        </pc:sldMkLst>
        <pc:spChg chg="mod">
          <ac:chgData name="Brendan Trollip" userId="ceb3116e9e5b480a" providerId="LiveId" clId="{ACDF1086-94BE-4A54-A674-ACC38A666FC5}" dt="2026-06-19T16:18:27.694" v="189" actId="27636"/>
          <ac:spMkLst>
            <pc:docMk/>
            <pc:sldMk cId="3701288749" sldId="263"/>
            <ac:spMk id="3" creationId="{0E85DDBB-31B7-4F81-1E76-90009348F1DE}"/>
          </ac:spMkLst>
        </pc:spChg>
        <pc:spChg chg="mod">
          <ac:chgData name="Brendan Trollip" userId="ceb3116e9e5b480a" providerId="LiveId" clId="{ACDF1086-94BE-4A54-A674-ACC38A666FC5}" dt="2026-06-19T16:18:35.582" v="191" actId="1076"/>
          <ac:spMkLst>
            <pc:docMk/>
            <pc:sldMk cId="3701288749" sldId="263"/>
            <ac:spMk id="4" creationId="{D2166E7F-5223-7C98-EBC0-E8FA35940F98}"/>
          </ac:spMkLst>
        </pc:spChg>
        <pc:spChg chg="add">
          <ac:chgData name="Brendan Trollip" userId="ceb3116e9e5b480a" providerId="LiveId" clId="{ACDF1086-94BE-4A54-A674-ACC38A666FC5}" dt="2026-06-19T16:17:06.231" v="168"/>
          <ac:spMkLst>
            <pc:docMk/>
            <pc:sldMk cId="3701288749" sldId="263"/>
            <ac:spMk id="5" creationId="{FC69035F-D56C-8C93-DF82-9B9F69EE4D6C}"/>
          </ac:spMkLst>
        </pc:spChg>
        <pc:spChg chg="add">
          <ac:chgData name="Brendan Trollip" userId="ceb3116e9e5b480a" providerId="LiveId" clId="{ACDF1086-94BE-4A54-A674-ACC38A666FC5}" dt="2026-06-19T16:18:17.263" v="184"/>
          <ac:spMkLst>
            <pc:docMk/>
            <pc:sldMk cId="3701288749" sldId="263"/>
            <ac:spMk id="6" creationId="{15FB3960-161B-5D21-76F4-BA82FF1DEC90}"/>
          </ac:spMkLst>
        </pc:spChg>
      </pc:sldChg>
      <pc:sldChg chg="addSp delSp modSp mod">
        <pc:chgData name="Brendan Trollip" userId="ceb3116e9e5b480a" providerId="LiveId" clId="{ACDF1086-94BE-4A54-A674-ACC38A666FC5}" dt="2026-06-19T16:26:46.704" v="211" actId="1076"/>
        <pc:sldMkLst>
          <pc:docMk/>
          <pc:sldMk cId="1502887446" sldId="264"/>
        </pc:sldMkLst>
        <pc:spChg chg="del">
          <ac:chgData name="Brendan Trollip" userId="ceb3116e9e5b480a" providerId="LiveId" clId="{ACDF1086-94BE-4A54-A674-ACC38A666FC5}" dt="2026-06-19T16:24:04.470" v="192" actId="478"/>
          <ac:spMkLst>
            <pc:docMk/>
            <pc:sldMk cId="1502887446" sldId="264"/>
            <ac:spMk id="5" creationId="{B4E86EFD-B801-5996-879A-7A13CF75507C}"/>
          </ac:spMkLst>
        </pc:spChg>
        <pc:spChg chg="del mod">
          <ac:chgData name="Brendan Trollip" userId="ceb3116e9e5b480a" providerId="LiveId" clId="{ACDF1086-94BE-4A54-A674-ACC38A666FC5}" dt="2026-06-19T16:25:43.610" v="201" actId="478"/>
          <ac:spMkLst>
            <pc:docMk/>
            <pc:sldMk cId="1502887446" sldId="264"/>
            <ac:spMk id="6" creationId="{EF288C39-3E30-44CF-06C3-D46763CC8E0C}"/>
          </ac:spMkLst>
        </pc:spChg>
        <pc:picChg chg="add mod">
          <ac:chgData name="Brendan Trollip" userId="ceb3116e9e5b480a" providerId="LiveId" clId="{ACDF1086-94BE-4A54-A674-ACC38A666FC5}" dt="2026-06-19T16:26:43.532" v="210" actId="1076"/>
          <ac:picMkLst>
            <pc:docMk/>
            <pc:sldMk cId="1502887446" sldId="264"/>
            <ac:picMk id="8" creationId="{F66AE4F9-B340-A367-8A89-B667506D3637}"/>
          </ac:picMkLst>
        </pc:picChg>
        <pc:picChg chg="add mod">
          <ac:chgData name="Brendan Trollip" userId="ceb3116e9e5b480a" providerId="LiveId" clId="{ACDF1086-94BE-4A54-A674-ACC38A666FC5}" dt="2026-06-19T16:26:46.704" v="211" actId="1076"/>
          <ac:picMkLst>
            <pc:docMk/>
            <pc:sldMk cId="1502887446" sldId="264"/>
            <ac:picMk id="10" creationId="{4D4C33F5-081C-7E5D-BB5F-C0620B530AB1}"/>
          </ac:picMkLst>
        </pc:picChg>
      </pc:sldChg>
      <pc:sldChg chg="addSp modSp mod">
        <pc:chgData name="Brendan Trollip" userId="ceb3116e9e5b480a" providerId="LiveId" clId="{ACDF1086-94BE-4A54-A674-ACC38A666FC5}" dt="2026-06-19T16:30:56.347" v="242" actId="20577"/>
        <pc:sldMkLst>
          <pc:docMk/>
          <pc:sldMk cId="3188125957" sldId="265"/>
        </pc:sldMkLst>
        <pc:spChg chg="mod">
          <ac:chgData name="Brendan Trollip" userId="ceb3116e9e5b480a" providerId="LiveId" clId="{ACDF1086-94BE-4A54-A674-ACC38A666FC5}" dt="2026-06-19T16:30:50.751" v="240" actId="27636"/>
          <ac:spMkLst>
            <pc:docMk/>
            <pc:sldMk cId="3188125957" sldId="265"/>
            <ac:spMk id="3" creationId="{F73EC42F-75A2-FA08-F2B6-EB2817BBF83F}"/>
          </ac:spMkLst>
        </pc:spChg>
        <pc:spChg chg="mod">
          <ac:chgData name="Brendan Trollip" userId="ceb3116e9e5b480a" providerId="LiveId" clId="{ACDF1086-94BE-4A54-A674-ACC38A666FC5}" dt="2026-06-19T16:30:56.347" v="242" actId="20577"/>
          <ac:spMkLst>
            <pc:docMk/>
            <pc:sldMk cId="3188125957" sldId="265"/>
            <ac:spMk id="4" creationId="{D327B10A-E9C3-5B71-0345-782E28BDB37C}"/>
          </ac:spMkLst>
        </pc:spChg>
        <pc:spChg chg="add">
          <ac:chgData name="Brendan Trollip" userId="ceb3116e9e5b480a" providerId="LiveId" clId="{ACDF1086-94BE-4A54-A674-ACC38A666FC5}" dt="2026-06-19T16:30:12.198" v="225"/>
          <ac:spMkLst>
            <pc:docMk/>
            <pc:sldMk cId="3188125957" sldId="265"/>
            <ac:spMk id="5" creationId="{A4033C48-6820-F25F-0E6D-923EF3ACDCFE}"/>
          </ac:spMkLst>
        </pc:spChg>
        <pc:spChg chg="add">
          <ac:chgData name="Brendan Trollip" userId="ceb3116e9e5b480a" providerId="LiveId" clId="{ACDF1086-94BE-4A54-A674-ACC38A666FC5}" dt="2026-06-19T16:30:39.202" v="236"/>
          <ac:spMkLst>
            <pc:docMk/>
            <pc:sldMk cId="3188125957" sldId="265"/>
            <ac:spMk id="6" creationId="{7FBA88A5-1197-496D-63B9-3764D535393C}"/>
          </ac:spMkLst>
        </pc:spChg>
      </pc:sldChg>
      <pc:sldChg chg="del">
        <pc:chgData name="Brendan Trollip" userId="ceb3116e9e5b480a" providerId="LiveId" clId="{ACDF1086-94BE-4A54-A674-ACC38A666FC5}" dt="2026-06-19T14:30:28.696" v="119" actId="47"/>
        <pc:sldMkLst>
          <pc:docMk/>
          <pc:sldMk cId="175219845" sldId="266"/>
        </pc:sldMkLst>
      </pc:sldChg>
      <pc:sldChg chg="addSp modSp mod">
        <pc:chgData name="Brendan Trollip" userId="ceb3116e9e5b480a" providerId="LiveId" clId="{ACDF1086-94BE-4A54-A674-ACC38A666FC5}" dt="2026-06-19T16:37:57.188" v="327" actId="1076"/>
        <pc:sldMkLst>
          <pc:docMk/>
          <pc:sldMk cId="2429736721" sldId="267"/>
        </pc:sldMkLst>
        <pc:spChg chg="add mod">
          <ac:chgData name="Brendan Trollip" userId="ceb3116e9e5b480a" providerId="LiveId" clId="{ACDF1086-94BE-4A54-A674-ACC38A666FC5}" dt="2026-06-19T16:35:44.922" v="308" actId="1076"/>
          <ac:spMkLst>
            <pc:docMk/>
            <pc:sldMk cId="2429736721" sldId="267"/>
            <ac:spMk id="2" creationId="{7D502F46-8188-70BA-D995-FD3BA7285D04}"/>
          </ac:spMkLst>
        </pc:spChg>
        <pc:spChg chg="add mod">
          <ac:chgData name="Brendan Trollip" userId="ceb3116e9e5b480a" providerId="LiveId" clId="{ACDF1086-94BE-4A54-A674-ACC38A666FC5}" dt="2026-06-19T16:37:57.188" v="327" actId="1076"/>
          <ac:spMkLst>
            <pc:docMk/>
            <pc:sldMk cId="2429736721" sldId="267"/>
            <ac:spMk id="4" creationId="{F35C90B0-56F1-3DA4-A3B6-66B01EAFC247}"/>
          </ac:spMkLst>
        </pc:spChg>
        <pc:spChg chg="add">
          <ac:chgData name="Brendan Trollip" userId="ceb3116e9e5b480a" providerId="LiveId" clId="{ACDF1086-94BE-4A54-A674-ACC38A666FC5}" dt="2026-06-19T16:34:12.314" v="253"/>
          <ac:spMkLst>
            <pc:docMk/>
            <pc:sldMk cId="2429736721" sldId="267"/>
            <ac:spMk id="5" creationId="{393A0ED8-4332-2354-D1B4-4C4C6C07EA31}"/>
          </ac:spMkLst>
        </pc:spChg>
        <pc:picChg chg="mod">
          <ac:chgData name="Brendan Trollip" userId="ceb3116e9e5b480a" providerId="LiveId" clId="{ACDF1086-94BE-4A54-A674-ACC38A666FC5}" dt="2026-06-19T16:37:51.163" v="325" actId="1076"/>
          <ac:picMkLst>
            <pc:docMk/>
            <pc:sldMk cId="2429736721" sldId="267"/>
            <ac:picMk id="11" creationId="{49CD5480-8D7F-0D3A-0CC7-584A6E064C5A}"/>
          </ac:picMkLst>
        </pc:picChg>
      </pc:sldChg>
      <pc:sldChg chg="addSp modSp mod">
        <pc:chgData name="Brendan Trollip" userId="ceb3116e9e5b480a" providerId="LiveId" clId="{ACDF1086-94BE-4A54-A674-ACC38A666FC5}" dt="2026-06-19T17:25:02.582" v="350" actId="14100"/>
        <pc:sldMkLst>
          <pc:docMk/>
          <pc:sldMk cId="2048496678" sldId="268"/>
        </pc:sldMkLst>
        <pc:spChg chg="add mod">
          <ac:chgData name="Brendan Trollip" userId="ceb3116e9e5b480a" providerId="LiveId" clId="{ACDF1086-94BE-4A54-A674-ACC38A666FC5}" dt="2026-06-19T17:25:02.582" v="350" actId="14100"/>
          <ac:spMkLst>
            <pc:docMk/>
            <pc:sldMk cId="2048496678" sldId="268"/>
            <ac:spMk id="2" creationId="{50E54469-88E9-2628-F27D-5C48E845DDC7}"/>
          </ac:spMkLst>
        </pc:spChg>
        <pc:picChg chg="mod">
          <ac:chgData name="Brendan Trollip" userId="ceb3116e9e5b480a" providerId="LiveId" clId="{ACDF1086-94BE-4A54-A674-ACC38A666FC5}" dt="2026-06-19T17:25:01.946" v="349" actId="14100"/>
          <ac:picMkLst>
            <pc:docMk/>
            <pc:sldMk cId="2048496678" sldId="268"/>
            <ac:picMk id="11" creationId="{1AE69617-AF3C-683C-63BC-5ED22FA0ACAE}"/>
          </ac:picMkLst>
        </pc:picChg>
      </pc:sldChg>
      <pc:sldChg chg="addSp modSp mod">
        <pc:chgData name="Brendan Trollip" userId="ceb3116e9e5b480a" providerId="LiveId" clId="{ACDF1086-94BE-4A54-A674-ACC38A666FC5}" dt="2026-06-19T16:36:56.131" v="315"/>
        <pc:sldMkLst>
          <pc:docMk/>
          <pc:sldMk cId="2405636225" sldId="269"/>
        </pc:sldMkLst>
        <pc:spChg chg="add mod">
          <ac:chgData name="Brendan Trollip" userId="ceb3116e9e5b480a" providerId="LiveId" clId="{ACDF1086-94BE-4A54-A674-ACC38A666FC5}" dt="2026-06-19T16:36:56.131" v="315"/>
          <ac:spMkLst>
            <pc:docMk/>
            <pc:sldMk cId="2405636225" sldId="269"/>
            <ac:spMk id="2" creationId="{2876467D-C674-19CF-882E-F98E3A260351}"/>
          </ac:spMkLst>
        </pc:spChg>
        <pc:picChg chg="mod">
          <ac:chgData name="Brendan Trollip" userId="ceb3116e9e5b480a" providerId="LiveId" clId="{ACDF1086-94BE-4A54-A674-ACC38A666FC5}" dt="2026-06-19T16:32:31.650" v="248" actId="1076"/>
          <ac:picMkLst>
            <pc:docMk/>
            <pc:sldMk cId="2405636225" sldId="269"/>
            <ac:picMk id="11" creationId="{37EFBE64-90F0-9BE8-72F6-2E1C1A16EEF7}"/>
          </ac:picMkLst>
        </pc:picChg>
      </pc:sldChg>
      <pc:sldChg chg="modSp add del mod">
        <pc:chgData name="Brendan Trollip" userId="ceb3116e9e5b480a" providerId="LiveId" clId="{ACDF1086-94BE-4A54-A674-ACC38A666FC5}" dt="2026-06-19T17:30:53.222" v="411" actId="27636"/>
        <pc:sldMkLst>
          <pc:docMk/>
          <pc:sldMk cId="857333540" sldId="270"/>
        </pc:sldMkLst>
        <pc:spChg chg="mod">
          <ac:chgData name="Brendan Trollip" userId="ceb3116e9e5b480a" providerId="LiveId" clId="{ACDF1086-94BE-4A54-A674-ACC38A666FC5}" dt="2026-06-19T17:30:29.054" v="408" actId="1076"/>
          <ac:spMkLst>
            <pc:docMk/>
            <pc:sldMk cId="857333540" sldId="270"/>
            <ac:spMk id="2" creationId="{51298769-531F-C6A5-406F-D1C3D2805950}"/>
          </ac:spMkLst>
        </pc:spChg>
        <pc:spChg chg="mod">
          <ac:chgData name="Brendan Trollip" userId="ceb3116e9e5b480a" providerId="LiveId" clId="{ACDF1086-94BE-4A54-A674-ACC38A666FC5}" dt="2026-06-19T17:30:53.222" v="411" actId="27636"/>
          <ac:spMkLst>
            <pc:docMk/>
            <pc:sldMk cId="857333540" sldId="270"/>
            <ac:spMk id="4" creationId="{0F67EF50-003F-6BB0-4367-42BB884C77A4}"/>
          </ac:spMkLst>
        </pc:spChg>
      </pc:sldChg>
      <pc:sldChg chg="modSp del mod">
        <pc:chgData name="Brendan Trollip" userId="ceb3116e9e5b480a" providerId="LiveId" clId="{ACDF1086-94BE-4A54-A674-ACC38A666FC5}" dt="2026-06-19T17:28:58.841" v="396" actId="2696"/>
        <pc:sldMkLst>
          <pc:docMk/>
          <pc:sldMk cId="3865637256" sldId="271"/>
        </pc:sldMkLst>
        <pc:spChg chg="mod">
          <ac:chgData name="Brendan Trollip" userId="ceb3116e9e5b480a" providerId="LiveId" clId="{ACDF1086-94BE-4A54-A674-ACC38A666FC5}" dt="2026-06-19T14:20:34.784" v="34" actId="20577"/>
          <ac:spMkLst>
            <pc:docMk/>
            <pc:sldMk cId="3865637256" sldId="271"/>
            <ac:spMk id="2" creationId="{EEBA8902-AF46-DDE8-D792-7940E18AF629}"/>
          </ac:spMkLst>
        </pc:spChg>
      </pc:sldChg>
      <pc:sldChg chg="addSp modSp mod">
        <pc:chgData name="Brendan Trollip" userId="ceb3116e9e5b480a" providerId="LiveId" clId="{ACDF1086-94BE-4A54-A674-ACC38A666FC5}" dt="2026-06-19T17:30:36.811" v="409" actId="1076"/>
        <pc:sldMkLst>
          <pc:docMk/>
          <pc:sldMk cId="840378239" sldId="272"/>
        </pc:sldMkLst>
        <pc:spChg chg="add">
          <ac:chgData name="Brendan Trollip" userId="ceb3116e9e5b480a" providerId="LiveId" clId="{ACDF1086-94BE-4A54-A674-ACC38A666FC5}" dt="2026-06-19T17:29:54.743" v="397"/>
          <ac:spMkLst>
            <pc:docMk/>
            <pc:sldMk cId="840378239" sldId="272"/>
            <ac:spMk id="2" creationId="{306ACCB0-D0BE-1BD9-BAD0-C0C36B11E0BE}"/>
          </ac:spMkLst>
        </pc:spChg>
        <pc:spChg chg="add">
          <ac:chgData name="Brendan Trollip" userId="ceb3116e9e5b480a" providerId="LiveId" clId="{ACDF1086-94BE-4A54-A674-ACC38A666FC5}" dt="2026-06-19T17:29:57.679" v="398"/>
          <ac:spMkLst>
            <pc:docMk/>
            <pc:sldMk cId="840378239" sldId="272"/>
            <ac:spMk id="3" creationId="{FB17E1AB-3F4A-DE05-3640-0029A6C9F6E6}"/>
          </ac:spMkLst>
        </pc:spChg>
        <pc:spChg chg="mod">
          <ac:chgData name="Brendan Trollip" userId="ceb3116e9e5b480a" providerId="LiveId" clId="{ACDF1086-94BE-4A54-A674-ACC38A666FC5}" dt="2026-06-19T17:30:21.640" v="407" actId="1076"/>
          <ac:spMkLst>
            <pc:docMk/>
            <pc:sldMk cId="840378239" sldId="272"/>
            <ac:spMk id="11" creationId="{5E978FF3-BC93-079A-1687-DD4786B81DF4}"/>
          </ac:spMkLst>
        </pc:spChg>
        <pc:spChg chg="mod">
          <ac:chgData name="Brendan Trollip" userId="ceb3116e9e5b480a" providerId="LiveId" clId="{ACDF1086-94BE-4A54-A674-ACC38A666FC5}" dt="2026-06-19T17:30:36.811" v="409" actId="1076"/>
          <ac:spMkLst>
            <pc:docMk/>
            <pc:sldMk cId="840378239" sldId="272"/>
            <ac:spMk id="12" creationId="{2E75918E-509D-16F8-F478-FA41759FEFE9}"/>
          </ac:spMkLst>
        </pc:spChg>
      </pc:sldChg>
      <pc:sldChg chg="modSp mod">
        <pc:chgData name="Brendan Trollip" userId="ceb3116e9e5b480a" providerId="LiveId" clId="{ACDF1086-94BE-4A54-A674-ACC38A666FC5}" dt="2026-06-19T17:31:22.445" v="413" actId="1076"/>
        <pc:sldMkLst>
          <pc:docMk/>
          <pc:sldMk cId="1860158657" sldId="273"/>
        </pc:sldMkLst>
        <pc:spChg chg="mod">
          <ac:chgData name="Brendan Trollip" userId="ceb3116e9e5b480a" providerId="LiveId" clId="{ACDF1086-94BE-4A54-A674-ACC38A666FC5}" dt="2026-06-19T17:31:22.445" v="413" actId="1076"/>
          <ac:spMkLst>
            <pc:docMk/>
            <pc:sldMk cId="1860158657" sldId="273"/>
            <ac:spMk id="10" creationId="{8E40FF55-AE57-CB43-454D-CEFBE080CE8E}"/>
          </ac:spMkLst>
        </pc:spChg>
      </pc:sldChg>
      <pc:sldChg chg="addSp delSp modSp mod">
        <pc:chgData name="Brendan Trollip" userId="ceb3116e9e5b480a" providerId="LiveId" clId="{ACDF1086-94BE-4A54-A674-ACC38A666FC5}" dt="2026-06-19T18:03:25.092" v="417" actId="1076"/>
        <pc:sldMkLst>
          <pc:docMk/>
          <pc:sldMk cId="1935373820" sldId="274"/>
        </pc:sldMkLst>
        <pc:spChg chg="del">
          <ac:chgData name="Brendan Trollip" userId="ceb3116e9e5b480a" providerId="LiveId" clId="{ACDF1086-94BE-4A54-A674-ACC38A666FC5}" dt="2026-06-19T18:03:16.873" v="414" actId="478"/>
          <ac:spMkLst>
            <pc:docMk/>
            <pc:sldMk cId="1935373820" sldId="274"/>
            <ac:spMk id="10" creationId="{83F79416-0AFB-FC80-07E8-3CF2B4E7E798}"/>
          </ac:spMkLst>
        </pc:spChg>
        <pc:picChg chg="add mod">
          <ac:chgData name="Brendan Trollip" userId="ceb3116e9e5b480a" providerId="LiveId" clId="{ACDF1086-94BE-4A54-A674-ACC38A666FC5}" dt="2026-06-19T18:03:25.092" v="417" actId="1076"/>
          <ac:picMkLst>
            <pc:docMk/>
            <pc:sldMk cId="1935373820" sldId="274"/>
            <ac:picMk id="3" creationId="{C4D93EAD-6348-8135-34BA-FC80E7D90B8C}"/>
          </ac:picMkLst>
        </pc:picChg>
      </pc:sldChg>
      <pc:sldChg chg="addSp delSp modSp mod">
        <pc:chgData name="Brendan Trollip" userId="ceb3116e9e5b480a" providerId="LiveId" clId="{ACDF1086-94BE-4A54-A674-ACC38A666FC5}" dt="2026-06-19T18:09:48.558" v="426" actId="1076"/>
        <pc:sldMkLst>
          <pc:docMk/>
          <pc:sldMk cId="1945902534" sldId="275"/>
        </pc:sldMkLst>
        <pc:spChg chg="mod">
          <ac:chgData name="Brendan Trollip" userId="ceb3116e9e5b480a" providerId="LiveId" clId="{ACDF1086-94BE-4A54-A674-ACC38A666FC5}" dt="2026-06-19T18:09:33.090" v="423" actId="1076"/>
          <ac:spMkLst>
            <pc:docMk/>
            <pc:sldMk cId="1945902534" sldId="275"/>
            <ac:spMk id="6" creationId="{12CF5900-71B3-70B0-7CF1-4A1C535AD04B}"/>
          </ac:spMkLst>
        </pc:spChg>
        <pc:spChg chg="del">
          <ac:chgData name="Brendan Trollip" userId="ceb3116e9e5b480a" providerId="LiveId" clId="{ACDF1086-94BE-4A54-A674-ACC38A666FC5}" dt="2026-06-19T18:05:33.293" v="418" actId="478"/>
          <ac:spMkLst>
            <pc:docMk/>
            <pc:sldMk cId="1945902534" sldId="275"/>
            <ac:spMk id="7" creationId="{95B1AABA-34AF-B1F5-3C7F-11AEB9E03637}"/>
          </ac:spMkLst>
        </pc:spChg>
        <pc:picChg chg="add mod">
          <ac:chgData name="Brendan Trollip" userId="ceb3116e9e5b480a" providerId="LiveId" clId="{ACDF1086-94BE-4A54-A674-ACC38A666FC5}" dt="2026-06-19T18:09:48.558" v="426" actId="1076"/>
          <ac:picMkLst>
            <pc:docMk/>
            <pc:sldMk cId="1945902534" sldId="275"/>
            <ac:picMk id="3" creationId="{20F115AC-2BE2-7A0C-FC9B-54E13CE459B5}"/>
          </ac:picMkLst>
        </pc:picChg>
      </pc:sldChg>
      <pc:sldChg chg="addSp delSp modSp mod">
        <pc:chgData name="Brendan Trollip" userId="ceb3116e9e5b480a" providerId="LiveId" clId="{ACDF1086-94BE-4A54-A674-ACC38A666FC5}" dt="2026-06-19T14:28:32.970" v="109" actId="255"/>
        <pc:sldMkLst>
          <pc:docMk/>
          <pc:sldMk cId="1567165731" sldId="347"/>
        </pc:sldMkLst>
        <pc:spChg chg="add mod">
          <ac:chgData name="Brendan Trollip" userId="ceb3116e9e5b480a" providerId="LiveId" clId="{ACDF1086-94BE-4A54-A674-ACC38A666FC5}" dt="2026-06-19T14:28:32.970" v="109" actId="255"/>
          <ac:spMkLst>
            <pc:docMk/>
            <pc:sldMk cId="1567165731" sldId="347"/>
            <ac:spMk id="2" creationId="{85884E3E-E875-9093-44EC-6AE149DF0C39}"/>
          </ac:spMkLst>
        </pc:spChg>
        <pc:spChg chg="del">
          <ac:chgData name="Brendan Trollip" userId="ceb3116e9e5b480a" providerId="LiveId" clId="{ACDF1086-94BE-4A54-A674-ACC38A666FC5}" dt="2026-06-19T14:23:45.995" v="40" actId="478"/>
          <ac:spMkLst>
            <pc:docMk/>
            <pc:sldMk cId="1567165731" sldId="347"/>
            <ac:spMk id="4" creationId="{61E9823D-4AE5-62EF-14A0-3C0CA658E3E8}"/>
          </ac:spMkLst>
        </pc:spChg>
        <pc:picChg chg="mod">
          <ac:chgData name="Brendan Trollip" userId="ceb3116e9e5b480a" providerId="LiveId" clId="{ACDF1086-94BE-4A54-A674-ACC38A666FC5}" dt="2026-06-19T14:24:09.436" v="41" actId="1076"/>
          <ac:picMkLst>
            <pc:docMk/>
            <pc:sldMk cId="1567165731" sldId="347"/>
            <ac:picMk id="9" creationId="{E3679B75-869F-9F55-CB10-52B81155FA7F}"/>
          </ac:picMkLst>
        </pc:picChg>
      </pc:sldChg>
      <pc:sldChg chg="del ord">
        <pc:chgData name="Brendan Trollip" userId="ceb3116e9e5b480a" providerId="LiveId" clId="{ACDF1086-94BE-4A54-A674-ACC38A666FC5}" dt="2026-06-19T16:32:59.580" v="249" actId="47"/>
        <pc:sldMkLst>
          <pc:docMk/>
          <pc:sldMk cId="1672346152" sldId="351"/>
        </pc:sldMkLst>
      </pc:sldChg>
      <pc:sldChg chg="del ord">
        <pc:chgData name="Brendan Trollip" userId="ceb3116e9e5b480a" providerId="LiveId" clId="{ACDF1086-94BE-4A54-A674-ACC38A666FC5}" dt="2026-06-19T16:33:00.879" v="250" actId="47"/>
        <pc:sldMkLst>
          <pc:docMk/>
          <pc:sldMk cId="2729317710" sldId="352"/>
        </pc:sldMkLst>
      </pc:sldChg>
      <pc:sldChg chg="del ord">
        <pc:chgData name="Brendan Trollip" userId="ceb3116e9e5b480a" providerId="LiveId" clId="{ACDF1086-94BE-4A54-A674-ACC38A666FC5}" dt="2026-06-19T16:33:01.845" v="251" actId="47"/>
        <pc:sldMkLst>
          <pc:docMk/>
          <pc:sldMk cId="3540523195" sldId="353"/>
        </pc:sldMkLst>
      </pc:sldChg>
      <pc:sldChg chg="addSp modSp mod">
        <pc:chgData name="Brendan Trollip" userId="ceb3116e9e5b480a" providerId="LiveId" clId="{ACDF1086-94BE-4A54-A674-ACC38A666FC5}" dt="2026-06-19T17:26:04.407" v="391" actId="20577"/>
        <pc:sldMkLst>
          <pc:docMk/>
          <pc:sldMk cId="1743295620" sldId="354"/>
        </pc:sldMkLst>
        <pc:spChg chg="add mod">
          <ac:chgData name="Brendan Trollip" userId="ceb3116e9e5b480a" providerId="LiveId" clId="{ACDF1086-94BE-4A54-A674-ACC38A666FC5}" dt="2026-06-19T17:26:04.407" v="391" actId="20577"/>
          <ac:spMkLst>
            <pc:docMk/>
            <pc:sldMk cId="1743295620" sldId="354"/>
            <ac:spMk id="2" creationId="{336B68E6-71DA-DD88-1151-CAE82E0D204A}"/>
          </ac:spMkLst>
        </pc:spChg>
        <pc:picChg chg="mod">
          <ac:chgData name="Brendan Trollip" userId="ceb3116e9e5b480a" providerId="LiveId" clId="{ACDF1086-94BE-4A54-A674-ACC38A666FC5}" dt="2026-06-19T16:37:13.324" v="316" actId="1076"/>
          <ac:picMkLst>
            <pc:docMk/>
            <pc:sldMk cId="1743295620" sldId="354"/>
            <ac:picMk id="5" creationId="{748E9427-A476-902E-2DC7-01461A4D2BC0}"/>
          </ac:picMkLst>
        </pc:picChg>
      </pc:sldChg>
      <pc:sldChg chg="addSp delSp modSp new mod">
        <pc:chgData name="Brendan Trollip" userId="ceb3116e9e5b480a" providerId="LiveId" clId="{ACDF1086-94BE-4A54-A674-ACC38A666FC5}" dt="2026-06-19T14:28:10.431" v="108" actId="12"/>
        <pc:sldMkLst>
          <pc:docMk/>
          <pc:sldMk cId="708298473" sldId="355"/>
        </pc:sldMkLst>
        <pc:spChg chg="mod">
          <ac:chgData name="Brendan Trollip" userId="ceb3116e9e5b480a" providerId="LiveId" clId="{ACDF1086-94BE-4A54-A674-ACC38A666FC5}" dt="2026-06-19T14:27:21.764" v="91" actId="20577"/>
          <ac:spMkLst>
            <pc:docMk/>
            <pc:sldMk cId="708298473" sldId="355"/>
            <ac:spMk id="2" creationId="{A5287DDA-8F6E-B1E5-98E3-25CCB0ECBD7C}"/>
          </ac:spMkLst>
        </pc:spChg>
        <pc:spChg chg="add del">
          <ac:chgData name="Brendan Trollip" userId="ceb3116e9e5b480a" providerId="LiveId" clId="{ACDF1086-94BE-4A54-A674-ACC38A666FC5}" dt="2026-06-19T14:27:29.271" v="94" actId="478"/>
          <ac:spMkLst>
            <pc:docMk/>
            <pc:sldMk cId="708298473" sldId="355"/>
            <ac:spMk id="3" creationId="{B244F5AB-D4B9-FED6-118D-2D6E3AB1D5CC}"/>
          </ac:spMkLst>
        </pc:spChg>
        <pc:spChg chg="del">
          <ac:chgData name="Brendan Trollip" userId="ceb3116e9e5b480a" providerId="LiveId" clId="{ACDF1086-94BE-4A54-A674-ACC38A666FC5}" dt="2026-06-19T14:27:30.506" v="95" actId="478"/>
          <ac:spMkLst>
            <pc:docMk/>
            <pc:sldMk cId="708298473" sldId="355"/>
            <ac:spMk id="4" creationId="{38E5A668-11B4-B69B-61F3-8767451F8EA7}"/>
          </ac:spMkLst>
        </pc:spChg>
        <pc:spChg chg="add mod">
          <ac:chgData name="Brendan Trollip" userId="ceb3116e9e5b480a" providerId="LiveId" clId="{ACDF1086-94BE-4A54-A674-ACC38A666FC5}" dt="2026-06-19T14:27:26.006" v="93"/>
          <ac:spMkLst>
            <pc:docMk/>
            <pc:sldMk cId="708298473" sldId="355"/>
            <ac:spMk id="5" creationId="{D908F000-B820-2AF7-0CD0-4040F803F19D}"/>
          </ac:spMkLst>
        </pc:spChg>
        <pc:spChg chg="add mod">
          <ac:chgData name="Brendan Trollip" userId="ceb3116e9e5b480a" providerId="LiveId" clId="{ACDF1086-94BE-4A54-A674-ACC38A666FC5}" dt="2026-06-19T14:28:10.431" v="108" actId="12"/>
          <ac:spMkLst>
            <pc:docMk/>
            <pc:sldMk cId="708298473" sldId="355"/>
            <ac:spMk id="6" creationId="{E88BA6E3-9FBC-8224-D0C6-E5E32410630B}"/>
          </ac:spMkLst>
        </pc:spChg>
        <pc:spChg chg="add">
          <ac:chgData name="Brendan Trollip" userId="ceb3116e9e5b480a" providerId="LiveId" clId="{ACDF1086-94BE-4A54-A674-ACC38A666FC5}" dt="2026-06-19T14:27:37.360" v="97"/>
          <ac:spMkLst>
            <pc:docMk/>
            <pc:sldMk cId="708298473" sldId="355"/>
            <ac:spMk id="7" creationId="{D06C036C-7598-8D1F-B3C6-54658B069F74}"/>
          </ac:spMkLst>
        </pc:spChg>
        <pc:spChg chg="add mod">
          <ac:chgData name="Brendan Trollip" userId="ceb3116e9e5b480a" providerId="LiveId" clId="{ACDF1086-94BE-4A54-A674-ACC38A666FC5}" dt="2026-06-19T14:27:43.717" v="99" actId="571"/>
          <ac:spMkLst>
            <pc:docMk/>
            <pc:sldMk cId="708298473" sldId="355"/>
            <ac:spMk id="8" creationId="{24241BEF-48DB-5470-9F5E-DCAF2E1E7D4A}"/>
          </ac:spMkLst>
        </pc:spChg>
      </pc:sldChg>
      <pc:sldChg chg="addSp delSp modSp add mod ord">
        <pc:chgData name="Brendan Trollip" userId="ceb3116e9e5b480a" providerId="LiveId" clId="{ACDF1086-94BE-4A54-A674-ACC38A666FC5}" dt="2026-06-19T15:57:04.533" v="167" actId="20577"/>
        <pc:sldMkLst>
          <pc:docMk/>
          <pc:sldMk cId="4218625462" sldId="356"/>
        </pc:sldMkLst>
        <pc:spChg chg="add">
          <ac:chgData name="Brendan Trollip" userId="ceb3116e9e5b480a" providerId="LiveId" clId="{ACDF1086-94BE-4A54-A674-ACC38A666FC5}" dt="2026-06-19T15:53:56.308" v="147"/>
          <ac:spMkLst>
            <pc:docMk/>
            <pc:sldMk cId="4218625462" sldId="356"/>
            <ac:spMk id="3" creationId="{02161592-32F9-6983-034A-BFBC4CA7A62A}"/>
          </ac:spMkLst>
        </pc:spChg>
        <pc:spChg chg="add del mod">
          <ac:chgData name="Brendan Trollip" userId="ceb3116e9e5b480a" providerId="LiveId" clId="{ACDF1086-94BE-4A54-A674-ACC38A666FC5}" dt="2026-06-19T15:54:37.048" v="151"/>
          <ac:spMkLst>
            <pc:docMk/>
            <pc:sldMk cId="4218625462" sldId="356"/>
            <ac:spMk id="4" creationId="{6B5D9FDE-1DE0-6F5B-C5B4-EE1B52874B76}"/>
          </ac:spMkLst>
        </pc:spChg>
        <pc:spChg chg="add">
          <ac:chgData name="Brendan Trollip" userId="ceb3116e9e5b480a" providerId="LiveId" clId="{ACDF1086-94BE-4A54-A674-ACC38A666FC5}" dt="2026-06-19T15:54:04.718" v="149"/>
          <ac:spMkLst>
            <pc:docMk/>
            <pc:sldMk cId="4218625462" sldId="356"/>
            <ac:spMk id="5" creationId="{B1D1D8FA-0243-E99D-D3EE-C9CA0F458CB6}"/>
          </ac:spMkLst>
        </pc:spChg>
        <pc:spChg chg="del mod">
          <ac:chgData name="Brendan Trollip" userId="ceb3116e9e5b480a" providerId="LiveId" clId="{ACDF1086-94BE-4A54-A674-ACC38A666FC5}" dt="2026-06-19T15:52:53.453" v="144"/>
          <ac:spMkLst>
            <pc:docMk/>
            <pc:sldMk cId="4218625462" sldId="356"/>
            <ac:spMk id="6" creationId="{E88BA6E3-9FBC-8224-D0C6-E5E32410630B}"/>
          </ac:spMkLst>
        </pc:spChg>
        <pc:spChg chg="add">
          <ac:chgData name="Brendan Trollip" userId="ceb3116e9e5b480a" providerId="LiveId" clId="{ACDF1086-94BE-4A54-A674-ACC38A666FC5}" dt="2026-06-19T15:54:46.319" v="152"/>
          <ac:spMkLst>
            <pc:docMk/>
            <pc:sldMk cId="4218625462" sldId="356"/>
            <ac:spMk id="7" creationId="{F3D1FECD-00B1-32BD-848D-B2976E548B70}"/>
          </ac:spMkLst>
        </pc:spChg>
        <pc:spChg chg="add mod">
          <ac:chgData name="Brendan Trollip" userId="ceb3116e9e5b480a" providerId="LiveId" clId="{ACDF1086-94BE-4A54-A674-ACC38A666FC5}" dt="2026-06-19T15:57:04.533" v="167" actId="20577"/>
          <ac:spMkLst>
            <pc:docMk/>
            <pc:sldMk cId="4218625462" sldId="356"/>
            <ac:spMk id="8" creationId="{88E20973-1C60-D5D2-3D15-7A413D737C71}"/>
          </ac:spMkLst>
        </pc:spChg>
        <pc:spChg chg="add">
          <ac:chgData name="Brendan Trollip" userId="ceb3116e9e5b480a" providerId="LiveId" clId="{ACDF1086-94BE-4A54-A674-ACC38A666FC5}" dt="2026-06-19T15:56:12.231" v="156"/>
          <ac:spMkLst>
            <pc:docMk/>
            <pc:sldMk cId="4218625462" sldId="356"/>
            <ac:spMk id="9" creationId="{20D632AF-E565-6761-9FE1-03F0D0B1C826}"/>
          </ac:spMkLst>
        </pc:spChg>
      </pc:sldChg>
      <pc:sldChg chg="addSp modSp add mod">
        <pc:chgData name="Brendan Trollip" userId="ceb3116e9e5b480a" providerId="LiveId" clId="{ACDF1086-94BE-4A54-A674-ACC38A666FC5}" dt="2026-06-19T16:28:54" v="224" actId="20577"/>
        <pc:sldMkLst>
          <pc:docMk/>
          <pc:sldMk cId="2968191957" sldId="357"/>
        </pc:sldMkLst>
        <pc:spChg chg="add">
          <ac:chgData name="Brendan Trollip" userId="ceb3116e9e5b480a" providerId="LiveId" clId="{ACDF1086-94BE-4A54-A674-ACC38A666FC5}" dt="2026-06-19T16:28:08.865" v="214"/>
          <ac:spMkLst>
            <pc:docMk/>
            <pc:sldMk cId="2968191957" sldId="357"/>
            <ac:spMk id="3" creationId="{8BEB65E5-EF21-8B5F-FEAC-32B0F77A7572}"/>
          </ac:spMkLst>
        </pc:spChg>
        <pc:spChg chg="mod">
          <ac:chgData name="Brendan Trollip" userId="ceb3116e9e5b480a" providerId="LiveId" clId="{ACDF1086-94BE-4A54-A674-ACC38A666FC5}" dt="2026-06-19T16:28:54" v="224" actId="20577"/>
          <ac:spMkLst>
            <pc:docMk/>
            <pc:sldMk cId="2968191957" sldId="357"/>
            <ac:spMk id="8" creationId="{88E20973-1C60-D5D2-3D15-7A413D737C7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 name="Google Shape;3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83311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859C2-92DE-3C04-D9FA-671CA7482D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D3478E0A-53CA-7715-D131-77CC7D1715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94694595-702D-B057-87CD-2D16E67D68FD}"/>
              </a:ext>
            </a:extLst>
          </p:cNvPr>
          <p:cNvSpPr>
            <a:spLocks noGrp="1"/>
          </p:cNvSpPr>
          <p:nvPr>
            <p:ph type="dt" sz="half" idx="10"/>
          </p:nvPr>
        </p:nvSpPr>
        <p:spPr/>
        <p:txBody>
          <a:bodyPr/>
          <a:lstStyle/>
          <a:p>
            <a:fld id="{6AD6EE87-EBD5-4F12-A48A-63ACA297AC8F}" type="datetimeFigureOut">
              <a:rPr lang="en-US" smtClean="0"/>
              <a:t>6/19/2026</a:t>
            </a:fld>
            <a:endParaRPr lang="en-US" dirty="0"/>
          </a:p>
        </p:txBody>
      </p:sp>
      <p:sp>
        <p:nvSpPr>
          <p:cNvPr id="5" name="Footer Placeholder 4">
            <a:extLst>
              <a:ext uri="{FF2B5EF4-FFF2-40B4-BE49-F238E27FC236}">
                <a16:creationId xmlns:a16="http://schemas.microsoft.com/office/drawing/2014/main" id="{65D5033F-B894-A3FC-94CC-2C508DDE4FF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BA38447-FF89-550E-20A0-EB82F1D2E93E}"/>
              </a:ext>
            </a:extLst>
          </p:cNvPr>
          <p:cNvSpPr>
            <a:spLocks noGrp="1"/>
          </p:cNvSpPr>
          <p:nvPr>
            <p:ph type="sldNum" sz="quarter" idx="12"/>
          </p:nvPr>
        </p:nvSpPr>
        <p:spPr/>
        <p:txBody>
          <a:bodyPr/>
          <a:lstStyle/>
          <a:p>
            <a:fld id="{4FAB73BC-B049-4115-A692-8D63A059BFB8}" type="slidenum">
              <a:rPr lang="en-US" smtClean="0"/>
              <a:t>‹#›</a:t>
            </a:fld>
            <a:endParaRPr lang="en-US" dirty="0"/>
          </a:p>
        </p:txBody>
      </p:sp>
      <p:grpSp>
        <p:nvGrpSpPr>
          <p:cNvPr id="7" name="Group 6">
            <a:extLst>
              <a:ext uri="{FF2B5EF4-FFF2-40B4-BE49-F238E27FC236}">
                <a16:creationId xmlns:a16="http://schemas.microsoft.com/office/drawing/2014/main" id="{8130B717-D780-2D5B-83A1-0E12CA035A87}"/>
              </a:ext>
            </a:extLst>
          </p:cNvPr>
          <p:cNvGrpSpPr/>
          <p:nvPr userDrawn="1"/>
        </p:nvGrpSpPr>
        <p:grpSpPr>
          <a:xfrm>
            <a:off x="11094856" y="6244940"/>
            <a:ext cx="1098532" cy="613059"/>
            <a:chOff x="8965342" y="4231217"/>
            <a:chExt cx="1608171" cy="897474"/>
          </a:xfrm>
        </p:grpSpPr>
        <p:pic>
          <p:nvPicPr>
            <p:cNvPr id="8" name="Graphic 7">
              <a:extLst>
                <a:ext uri="{FF2B5EF4-FFF2-40B4-BE49-F238E27FC236}">
                  <a16:creationId xmlns:a16="http://schemas.microsoft.com/office/drawing/2014/main" id="{A8D0F549-D496-803C-0B60-76921522A3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9" name="Graphic 8" hidden="1">
              <a:extLst>
                <a:ext uri="{FF2B5EF4-FFF2-40B4-BE49-F238E27FC236}">
                  <a16:creationId xmlns:a16="http://schemas.microsoft.com/office/drawing/2014/main" id="{DFC6F52B-BBE4-5DB6-2FD2-03AB0763432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21121" y="4772874"/>
              <a:ext cx="897474" cy="355817"/>
            </a:xfrm>
            <a:prstGeom prst="rect">
              <a:avLst/>
            </a:prstGeom>
          </p:spPr>
        </p:pic>
        <p:pic>
          <p:nvPicPr>
            <p:cNvPr id="10" name="Graphic 9" hidden="1">
              <a:extLst>
                <a:ext uri="{FF2B5EF4-FFF2-40B4-BE49-F238E27FC236}">
                  <a16:creationId xmlns:a16="http://schemas.microsoft.com/office/drawing/2014/main" id="{3C0627A8-5DE9-991F-9578-E06956329F5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946868" y="4502045"/>
              <a:ext cx="897474" cy="355817"/>
            </a:xfrm>
            <a:prstGeom prst="rect">
              <a:avLst/>
            </a:prstGeom>
          </p:spPr>
        </p:pic>
        <p:pic>
          <p:nvPicPr>
            <p:cNvPr id="11" name="Graphic 10" hidden="1">
              <a:extLst>
                <a:ext uri="{FF2B5EF4-FFF2-40B4-BE49-F238E27FC236}">
                  <a16:creationId xmlns:a16="http://schemas.microsoft.com/office/drawing/2014/main" id="{874E1D0A-AAC9-013F-31ED-DCC7EABF184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694514" y="4502045"/>
              <a:ext cx="897474" cy="355817"/>
            </a:xfrm>
            <a:prstGeom prst="rect">
              <a:avLst/>
            </a:prstGeom>
          </p:spPr>
        </p:pic>
      </p:grpSp>
      <p:pic>
        <p:nvPicPr>
          <p:cNvPr id="12" name="Graphic 11">
            <a:extLst>
              <a:ext uri="{FF2B5EF4-FFF2-40B4-BE49-F238E27FC236}">
                <a16:creationId xmlns:a16="http://schemas.microsoft.com/office/drawing/2014/main" id="{40917CF3-B2FB-AFE2-5802-18ADD66E6B4E}"/>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1053" y="6372101"/>
            <a:ext cx="1630680" cy="247650"/>
          </a:xfrm>
          <a:prstGeom prst="rect">
            <a:avLst/>
          </a:prstGeom>
        </p:spPr>
      </p:pic>
    </p:spTree>
    <p:extLst>
      <p:ext uri="{BB962C8B-B14F-4D97-AF65-F5344CB8AC3E}">
        <p14:creationId xmlns:p14="http://schemas.microsoft.com/office/powerpoint/2010/main" val="1791293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05E65-7435-D086-73DA-B3FBE3F94478}"/>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CEEB89D-FC03-743F-FD82-3991A8E051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B7B7945-38B6-7077-B587-09E27AE90F5E}"/>
              </a:ext>
            </a:extLst>
          </p:cNvPr>
          <p:cNvSpPr>
            <a:spLocks noGrp="1"/>
          </p:cNvSpPr>
          <p:nvPr>
            <p:ph type="dt" sz="half" idx="10"/>
          </p:nvPr>
        </p:nvSpPr>
        <p:spPr/>
        <p:txBody>
          <a:bodyPr/>
          <a:lstStyle/>
          <a:p>
            <a:fld id="{A5D3794B-289A-4A80-97D7-111025398D45}" type="datetimeFigureOut">
              <a:rPr lang="en-US" smtClean="0"/>
              <a:t>6/19/2026</a:t>
            </a:fld>
            <a:endParaRPr lang="en-US" dirty="0"/>
          </a:p>
        </p:txBody>
      </p:sp>
      <p:sp>
        <p:nvSpPr>
          <p:cNvPr id="5" name="Footer Placeholder 4">
            <a:extLst>
              <a:ext uri="{FF2B5EF4-FFF2-40B4-BE49-F238E27FC236}">
                <a16:creationId xmlns:a16="http://schemas.microsoft.com/office/drawing/2014/main" id="{D4B86103-AD7A-83B0-F0EE-DF623083408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0ABCC9E-71B5-AE22-0EF1-2BD44B5B7B1E}"/>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256588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4D7F9-C653-6C26-1AB5-FAA8615398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01890E89-FDC6-B68E-711F-DA9DAB8A56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D91AF0-73BB-76F8-1ADA-71DA25F325BD}"/>
              </a:ext>
            </a:extLst>
          </p:cNvPr>
          <p:cNvSpPr>
            <a:spLocks noGrp="1"/>
          </p:cNvSpPr>
          <p:nvPr>
            <p:ph type="dt" sz="half" idx="10"/>
          </p:nvPr>
        </p:nvSpPr>
        <p:spPr/>
        <p:txBody>
          <a:bodyPr/>
          <a:lstStyle/>
          <a:p>
            <a:fld id="{5A61015F-7CC6-4D0A-9D87-873EA4C304CC}" type="datetimeFigureOut">
              <a:rPr lang="en-US" smtClean="0"/>
              <a:t>6/19/2026</a:t>
            </a:fld>
            <a:endParaRPr lang="en-US" dirty="0"/>
          </a:p>
        </p:txBody>
      </p:sp>
      <p:sp>
        <p:nvSpPr>
          <p:cNvPr id="5" name="Footer Placeholder 4">
            <a:extLst>
              <a:ext uri="{FF2B5EF4-FFF2-40B4-BE49-F238E27FC236}">
                <a16:creationId xmlns:a16="http://schemas.microsoft.com/office/drawing/2014/main" id="{ED578E49-1816-CF08-D2BA-15136AECB68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3BA082B-6B14-2E00-FBEE-F36C0EB6BE6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71411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7B180-5BE9-63AE-EB6F-F02C11A43C2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B614158F-1268-5B9E-B7A0-E12840DAAA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F9D95833-AD4F-8BAF-DF31-F0A42DAD43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E2866BA6-7D2A-D12C-FF30-A91661ECE43C}"/>
              </a:ext>
            </a:extLst>
          </p:cNvPr>
          <p:cNvSpPr>
            <a:spLocks noGrp="1"/>
          </p:cNvSpPr>
          <p:nvPr>
            <p:ph type="dt" sz="half" idx="10"/>
          </p:nvPr>
        </p:nvSpPr>
        <p:spPr/>
        <p:txBody>
          <a:bodyPr/>
          <a:lstStyle/>
          <a:p>
            <a:fld id="{93C6A301-0538-44EC-B09D-202E1042A48B}" type="datetimeFigureOut">
              <a:rPr lang="en-US" smtClean="0"/>
              <a:t>6/19/2026</a:t>
            </a:fld>
            <a:endParaRPr lang="en-US" dirty="0"/>
          </a:p>
        </p:txBody>
      </p:sp>
      <p:sp>
        <p:nvSpPr>
          <p:cNvPr id="6" name="Footer Placeholder 5">
            <a:extLst>
              <a:ext uri="{FF2B5EF4-FFF2-40B4-BE49-F238E27FC236}">
                <a16:creationId xmlns:a16="http://schemas.microsoft.com/office/drawing/2014/main" id="{875FFDA9-C681-5C77-4B12-E6805CC7913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A6CD4EE-F3D8-689C-0966-30B19E8DCDCF}"/>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78914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D39E7-FB1F-5A23-0407-B2371E5B1C3D}"/>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79C7FBF9-768A-2017-8E9B-E27DB10249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A04B2C-2B2C-D90B-6B4F-93DEB4C2D0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032ECF60-1FBF-F961-A633-F4C7BF6280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26AFB0-234F-9420-1257-C209484A27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0C93ED33-CAD1-B636-46C8-30FA17B45773}"/>
              </a:ext>
            </a:extLst>
          </p:cNvPr>
          <p:cNvSpPr>
            <a:spLocks noGrp="1"/>
          </p:cNvSpPr>
          <p:nvPr>
            <p:ph type="dt" sz="half" idx="10"/>
          </p:nvPr>
        </p:nvSpPr>
        <p:spPr/>
        <p:txBody>
          <a:bodyPr/>
          <a:lstStyle/>
          <a:p>
            <a:fld id="{D789574A-8875-45EF-8EA2-3CAA0F7ABC4C}" type="datetimeFigureOut">
              <a:rPr lang="en-US" smtClean="0"/>
              <a:t>6/19/2026</a:t>
            </a:fld>
            <a:endParaRPr lang="en-US" dirty="0"/>
          </a:p>
        </p:txBody>
      </p:sp>
      <p:sp>
        <p:nvSpPr>
          <p:cNvPr id="8" name="Footer Placeholder 7">
            <a:extLst>
              <a:ext uri="{FF2B5EF4-FFF2-40B4-BE49-F238E27FC236}">
                <a16:creationId xmlns:a16="http://schemas.microsoft.com/office/drawing/2014/main" id="{CB4B4388-B5C2-F9E6-C514-665FC7557B4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5339CC9-43B7-96CB-437D-3820D9498986}"/>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763527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AD9A5-1EF7-CC91-75A5-B0FB8036E37F}"/>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80B897D7-49EA-9E51-91AD-82EEBFE396D2}"/>
              </a:ext>
            </a:extLst>
          </p:cNvPr>
          <p:cNvSpPr>
            <a:spLocks noGrp="1"/>
          </p:cNvSpPr>
          <p:nvPr>
            <p:ph type="dt" sz="half" idx="10"/>
          </p:nvPr>
        </p:nvSpPr>
        <p:spPr/>
        <p:txBody>
          <a:bodyPr/>
          <a:lstStyle/>
          <a:p>
            <a:fld id="{67EF4D4C-5367-4C26-9E2B-D8088D7FCA81}" type="datetimeFigureOut">
              <a:rPr lang="en-US" smtClean="0"/>
              <a:t>6/19/2026</a:t>
            </a:fld>
            <a:endParaRPr lang="en-US" dirty="0"/>
          </a:p>
        </p:txBody>
      </p:sp>
      <p:sp>
        <p:nvSpPr>
          <p:cNvPr id="4" name="Footer Placeholder 3">
            <a:extLst>
              <a:ext uri="{FF2B5EF4-FFF2-40B4-BE49-F238E27FC236}">
                <a16:creationId xmlns:a16="http://schemas.microsoft.com/office/drawing/2014/main" id="{3DB262F3-EBFA-9773-F5AF-61A74250D74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E7482CD-D852-7712-8825-684001CA5143}"/>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60842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A462EA-569F-9C48-E7AD-4D0D4A4CB8F1}"/>
              </a:ext>
            </a:extLst>
          </p:cNvPr>
          <p:cNvSpPr>
            <a:spLocks noGrp="1"/>
          </p:cNvSpPr>
          <p:nvPr>
            <p:ph type="dt" sz="half" idx="10"/>
          </p:nvPr>
        </p:nvSpPr>
        <p:spPr/>
        <p:txBody>
          <a:bodyPr/>
          <a:lstStyle/>
          <a:p>
            <a:fld id="{56E91E96-98B0-4413-9547-46F3504108EF}" type="datetimeFigureOut">
              <a:rPr lang="en-US" smtClean="0"/>
              <a:t>6/19/2026</a:t>
            </a:fld>
            <a:endParaRPr lang="en-US" dirty="0"/>
          </a:p>
        </p:txBody>
      </p:sp>
      <p:sp>
        <p:nvSpPr>
          <p:cNvPr id="3" name="Footer Placeholder 2">
            <a:extLst>
              <a:ext uri="{FF2B5EF4-FFF2-40B4-BE49-F238E27FC236}">
                <a16:creationId xmlns:a16="http://schemas.microsoft.com/office/drawing/2014/main" id="{AA3606BE-5EB1-444B-60CC-0F21CB3899C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3D27E41-93BC-5E23-C50A-3F81D0FF9E9A}"/>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04889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195CB-5B1D-2444-2B38-B688776581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ED65D741-35A0-5DC1-ADAD-C4B9BF62D4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1D5090BA-ABDD-7DF2-428B-198976A1E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C41365-D168-3809-2F2B-467F485C3B4F}"/>
              </a:ext>
            </a:extLst>
          </p:cNvPr>
          <p:cNvSpPr>
            <a:spLocks noGrp="1"/>
          </p:cNvSpPr>
          <p:nvPr>
            <p:ph type="dt" sz="half" idx="10"/>
          </p:nvPr>
        </p:nvSpPr>
        <p:spPr/>
        <p:txBody>
          <a:bodyPr/>
          <a:lstStyle/>
          <a:p>
            <a:fld id="{05C68B11-C5A8-448C-8CE9-B1A273C79CFC}" type="datetimeFigureOut">
              <a:rPr lang="en-US" smtClean="0"/>
              <a:t>6/19/2026</a:t>
            </a:fld>
            <a:endParaRPr lang="en-US" dirty="0"/>
          </a:p>
        </p:txBody>
      </p:sp>
      <p:sp>
        <p:nvSpPr>
          <p:cNvPr id="6" name="Footer Placeholder 5">
            <a:extLst>
              <a:ext uri="{FF2B5EF4-FFF2-40B4-BE49-F238E27FC236}">
                <a16:creationId xmlns:a16="http://schemas.microsoft.com/office/drawing/2014/main" id="{A63D3A29-F72B-8F97-A381-B5FF90839E2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685BCD-3C3A-3D5F-3837-E6C95600B421}"/>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790342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9B93F-CFC8-60A4-1516-D35C864E85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3CC6269E-FF1C-1B8A-CECE-17AEE88C5F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0949C624-9E7C-67C7-48DC-98DC60B2E4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B26ADB-0152-61A4-5D16-3E9DFB5D655A}"/>
              </a:ext>
            </a:extLst>
          </p:cNvPr>
          <p:cNvSpPr>
            <a:spLocks noGrp="1"/>
          </p:cNvSpPr>
          <p:nvPr>
            <p:ph type="dt" sz="half" idx="10"/>
          </p:nvPr>
        </p:nvSpPr>
        <p:spPr/>
        <p:txBody>
          <a:bodyPr/>
          <a:lstStyle/>
          <a:p>
            <a:fld id="{C7616CA0-919D-4A49-9C8A-62FDFB3A5183}" type="datetimeFigureOut">
              <a:rPr lang="en-US" smtClean="0"/>
              <a:t>6/19/2026</a:t>
            </a:fld>
            <a:endParaRPr lang="en-US" dirty="0"/>
          </a:p>
        </p:txBody>
      </p:sp>
      <p:sp>
        <p:nvSpPr>
          <p:cNvPr id="6" name="Footer Placeholder 5">
            <a:extLst>
              <a:ext uri="{FF2B5EF4-FFF2-40B4-BE49-F238E27FC236}">
                <a16:creationId xmlns:a16="http://schemas.microsoft.com/office/drawing/2014/main" id="{B77AF65E-4C5B-FF0E-B9A3-028DD9DA8C1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A6E94D2-7767-60B7-E689-F00F8225DB55}"/>
              </a:ext>
            </a:extLst>
          </p:cNvPr>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3543298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90129-9624-B81F-0489-84EF23938556}"/>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BC1C9C1-C763-6E51-F1B5-4853FA03A6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D8275DF-E73E-08C7-E7A6-AA0B8965073B}"/>
              </a:ext>
            </a:extLst>
          </p:cNvPr>
          <p:cNvSpPr>
            <a:spLocks noGrp="1"/>
          </p:cNvSpPr>
          <p:nvPr>
            <p:ph type="dt" sz="half" idx="10"/>
          </p:nvPr>
        </p:nvSpPr>
        <p:spPr/>
        <p:txBody>
          <a:bodyPr/>
          <a:lstStyle/>
          <a:p>
            <a:fld id="{4CD73815-2707-4475-8F1A-B873CB631BB4}" type="datetimeFigureOut">
              <a:rPr lang="en-US" smtClean="0"/>
              <a:t>6/19/2026</a:t>
            </a:fld>
            <a:endParaRPr lang="en-US" dirty="0"/>
          </a:p>
        </p:txBody>
      </p:sp>
      <p:sp>
        <p:nvSpPr>
          <p:cNvPr id="5" name="Footer Placeholder 4">
            <a:extLst>
              <a:ext uri="{FF2B5EF4-FFF2-40B4-BE49-F238E27FC236}">
                <a16:creationId xmlns:a16="http://schemas.microsoft.com/office/drawing/2014/main" id="{B55343A4-9A6C-FF40-2E72-1B4A82A8471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AC7B8C-D7ED-589E-C248-5BA4B378FE18}"/>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24951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8A8BEF-EFDD-8ED1-E0C0-F02CD2E999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4B01902E-C28A-771D-806B-474C315F67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65A71C3-6722-54AC-BFB7-EA89F2762E4D}"/>
              </a:ext>
            </a:extLst>
          </p:cNvPr>
          <p:cNvSpPr>
            <a:spLocks noGrp="1"/>
          </p:cNvSpPr>
          <p:nvPr>
            <p:ph type="dt" sz="half" idx="10"/>
          </p:nvPr>
        </p:nvSpPr>
        <p:spPr/>
        <p:txBody>
          <a:bodyPr/>
          <a:lstStyle/>
          <a:p>
            <a:fld id="{2A4AFB99-0EAB-4182-AFF8-E214C82A68F6}" type="datetimeFigureOut">
              <a:rPr lang="en-US" smtClean="0"/>
              <a:t>6/19/2026</a:t>
            </a:fld>
            <a:endParaRPr lang="en-US" dirty="0"/>
          </a:p>
        </p:txBody>
      </p:sp>
      <p:sp>
        <p:nvSpPr>
          <p:cNvPr id="5" name="Footer Placeholder 4">
            <a:extLst>
              <a:ext uri="{FF2B5EF4-FFF2-40B4-BE49-F238E27FC236}">
                <a16:creationId xmlns:a16="http://schemas.microsoft.com/office/drawing/2014/main" id="{189DB121-4272-6E68-6A8A-141A50BDE00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08AC0C1-88A7-0638-D8C1-01B1257E6D98}"/>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73258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image" Target="../media/image7.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2.png"/><Relationship Id="rId20"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19" Type="http://schemas.openxmlformats.org/officeDocument/2006/relationships/image" Target="../media/image5.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667327-5BBC-BE1B-E727-31AD219F60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8DDBF8F8-6C1E-962A-4DB4-C6FFEEE82F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2AC958E-8A9D-F863-5156-B5339EEA96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298CD5-6C1E-4009-B41F-6DF62E31D3BE}" type="datetimeFigureOut">
              <a:rPr lang="en-US" smtClean="0"/>
              <a:pPr/>
              <a:t>6/19/2026</a:t>
            </a:fld>
            <a:endParaRPr lang="en-US" dirty="0"/>
          </a:p>
        </p:txBody>
      </p:sp>
      <p:sp>
        <p:nvSpPr>
          <p:cNvPr id="5" name="Footer Placeholder 4">
            <a:extLst>
              <a:ext uri="{FF2B5EF4-FFF2-40B4-BE49-F238E27FC236}">
                <a16:creationId xmlns:a16="http://schemas.microsoft.com/office/drawing/2014/main" id="{CC3D4CF6-1F08-6EBA-46D6-B603352921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B2871F12-5C5B-25D4-BAE2-873D88AB27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AB73BC-B049-4115-A692-8D63A059BFB8}" type="slidenum">
              <a:rPr lang="en-US" smtClean="0"/>
              <a:pPr/>
              <a:t>‹#›</a:t>
            </a:fld>
            <a:endParaRPr lang="en-US" dirty="0"/>
          </a:p>
        </p:txBody>
      </p:sp>
      <p:pic>
        <p:nvPicPr>
          <p:cNvPr id="7" name="Picture 6" descr="Text, logo&#10;&#10;Description automatically generated">
            <a:extLst>
              <a:ext uri="{FF2B5EF4-FFF2-40B4-BE49-F238E27FC236}">
                <a16:creationId xmlns:a16="http://schemas.microsoft.com/office/drawing/2014/main" id="{1F92BF7C-413E-1578-F221-9D2095BE2A89}"/>
              </a:ext>
            </a:extLst>
          </p:cNvPr>
          <p:cNvPicPr>
            <a:picLocks noChangeAspect="1"/>
          </p:cNvPicPr>
          <p:nvPr userDrawn="1"/>
        </p:nvPicPr>
        <p:blipFill rotWithShape="1">
          <a:blip r:embed="rId14">
            <a:alphaModFix amt="5000"/>
            <a:extLst>
              <a:ext uri="{BEBA8EAE-BF5A-486C-A8C5-ECC9F3942E4B}">
                <a14:imgProps xmlns:a14="http://schemas.microsoft.com/office/drawing/2010/main">
                  <a14:imgLayer r:embed="rId15">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8" name="Rectangle 7">
            <a:extLst>
              <a:ext uri="{FF2B5EF4-FFF2-40B4-BE49-F238E27FC236}">
                <a16:creationId xmlns:a16="http://schemas.microsoft.com/office/drawing/2014/main" id="{D27FC4D1-D5D4-5407-E5DC-AE95BF928050}"/>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9" name="Rectangle 8">
            <a:extLst>
              <a:ext uri="{FF2B5EF4-FFF2-40B4-BE49-F238E27FC236}">
                <a16:creationId xmlns:a16="http://schemas.microsoft.com/office/drawing/2014/main" id="{71881614-210C-DA05-B618-B4B76A845CAC}"/>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10" name="Rectangle 9">
            <a:extLst>
              <a:ext uri="{FF2B5EF4-FFF2-40B4-BE49-F238E27FC236}">
                <a16:creationId xmlns:a16="http://schemas.microsoft.com/office/drawing/2014/main" id="{7B6DE478-210A-E113-94E0-1BEC7B634401}"/>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11" name="Rectangle 10">
            <a:extLst>
              <a:ext uri="{FF2B5EF4-FFF2-40B4-BE49-F238E27FC236}">
                <a16:creationId xmlns:a16="http://schemas.microsoft.com/office/drawing/2014/main" id="{C06534EF-BEE6-1F8E-C799-7783009125A3}"/>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2" name="TextBox 11">
            <a:extLst>
              <a:ext uri="{FF2B5EF4-FFF2-40B4-BE49-F238E27FC236}">
                <a16:creationId xmlns:a16="http://schemas.microsoft.com/office/drawing/2014/main" id="{701703AF-598E-331C-25B5-FCB8E32CD245}"/>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D7AC2D94-C0F6-EB87-8D4D-A64B4507AC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8E434C0F-6BFD-FE0B-62A9-03E763940CEF}"/>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5D1EF6FE-6575-8F6D-6204-C987447388FC}"/>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BEC59047-67B9-182C-1E03-9DDA2B9515CB}"/>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1F40F1DB-74F0-AA79-A905-F5B8419F02C6}"/>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C15840F1-6506-D7BB-562E-8B8BBDA1B294}"/>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7D9109B0-999E-39B1-B21A-86034BCDD06B}"/>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F0A864C2-EA94-A10E-3E7B-5A1E7A62BFCB}"/>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5C60B564-DF60-2B11-6E9C-7F9863FCBCE7}"/>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CDE16988-1E72-F87C-DE56-1ABC149EC740}"/>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3A5CD7CD-9452-A38C-E5E0-3E4A087AF03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FE2FCC21-E2E2-F91C-416D-1A8E37C45297}"/>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C9FAF512-F44F-6635-B0B5-7589EBC9B98B}"/>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EB744084-4937-C5D3-3EC2-4C45ECE6674D}"/>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098987FF-EC21-76C1-6D84-E4EDD10F8302}"/>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81C8D231-C871-518B-A576-BB912DB807BF}"/>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B1D28A60-3EFD-CD53-B130-C108698FF3B6}"/>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D8ABF8AC-89E2-BE4B-CC38-12024913037E}"/>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8920A8B9-B413-59C1-3A4F-EF31D4B04350}"/>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F5ECFA6A-D879-683C-1A4D-6187DD9D5A53}"/>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95E56D6D-AAFA-248D-0AEA-C8ED0AD2FC10}"/>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096EF68C-3816-ABD0-0FE0-BE0E0FC73216}"/>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5" name="Rectangle 34">
            <a:extLst>
              <a:ext uri="{FF2B5EF4-FFF2-40B4-BE49-F238E27FC236}">
                <a16:creationId xmlns:a16="http://schemas.microsoft.com/office/drawing/2014/main" id="{468BA98D-72A7-1734-671F-9D1A0E5ECDAB}"/>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6" name="Rectangle 35">
            <a:extLst>
              <a:ext uri="{FF2B5EF4-FFF2-40B4-BE49-F238E27FC236}">
                <a16:creationId xmlns:a16="http://schemas.microsoft.com/office/drawing/2014/main" id="{2347129B-DD31-80A2-2333-20755FF75C9A}"/>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7" name="Rectangle 36">
            <a:extLst>
              <a:ext uri="{FF2B5EF4-FFF2-40B4-BE49-F238E27FC236}">
                <a16:creationId xmlns:a16="http://schemas.microsoft.com/office/drawing/2014/main" id="{34D7E8EA-91C0-D0A7-0BD6-64DF968767E7}"/>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38" name="Rectangle 37">
            <a:extLst>
              <a:ext uri="{FF2B5EF4-FFF2-40B4-BE49-F238E27FC236}">
                <a16:creationId xmlns:a16="http://schemas.microsoft.com/office/drawing/2014/main" id="{FA761027-D9AF-C635-3FB9-2F784D9BAE3B}"/>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39" name="Rectangle 38">
            <a:extLst>
              <a:ext uri="{FF2B5EF4-FFF2-40B4-BE49-F238E27FC236}">
                <a16:creationId xmlns:a16="http://schemas.microsoft.com/office/drawing/2014/main" id="{563A29B8-F025-CF47-B328-953741D6931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0" name="Rectangle 39">
            <a:extLst>
              <a:ext uri="{FF2B5EF4-FFF2-40B4-BE49-F238E27FC236}">
                <a16:creationId xmlns:a16="http://schemas.microsoft.com/office/drawing/2014/main" id="{6A54E31E-E9FB-FF54-631B-2A25A561C846}"/>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1" name="Rectangle 40">
            <a:extLst>
              <a:ext uri="{FF2B5EF4-FFF2-40B4-BE49-F238E27FC236}">
                <a16:creationId xmlns:a16="http://schemas.microsoft.com/office/drawing/2014/main" id="{53F82193-26A0-2BF0-6A7C-1162FF0D41C2}"/>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42" name="Group 41">
            <a:extLst>
              <a:ext uri="{FF2B5EF4-FFF2-40B4-BE49-F238E27FC236}">
                <a16:creationId xmlns:a16="http://schemas.microsoft.com/office/drawing/2014/main" id="{C24DB5F0-CBD2-98C4-E411-878D765F5A35}"/>
              </a:ext>
            </a:extLst>
          </p:cNvPr>
          <p:cNvGrpSpPr/>
          <p:nvPr userDrawn="1"/>
        </p:nvGrpSpPr>
        <p:grpSpPr>
          <a:xfrm>
            <a:off x="11094856" y="6244940"/>
            <a:ext cx="1098532" cy="613059"/>
            <a:chOff x="8965342" y="4231217"/>
            <a:chExt cx="1608171" cy="897474"/>
          </a:xfrm>
        </p:grpSpPr>
        <p:pic>
          <p:nvPicPr>
            <p:cNvPr id="43" name="Graphic 42">
              <a:extLst>
                <a:ext uri="{FF2B5EF4-FFF2-40B4-BE49-F238E27FC236}">
                  <a16:creationId xmlns:a16="http://schemas.microsoft.com/office/drawing/2014/main" id="{A80D3537-E70A-EB81-0C24-D35CB2D018AA}"/>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9321121" y="4418033"/>
              <a:ext cx="897474" cy="355817"/>
            </a:xfrm>
            <a:prstGeom prst="rect">
              <a:avLst/>
            </a:prstGeom>
          </p:spPr>
        </p:pic>
        <p:pic>
          <p:nvPicPr>
            <p:cNvPr id="44" name="Graphic 43" hidden="1">
              <a:extLst>
                <a:ext uri="{FF2B5EF4-FFF2-40B4-BE49-F238E27FC236}">
                  <a16:creationId xmlns:a16="http://schemas.microsoft.com/office/drawing/2014/main" id="{9D61BF89-18B1-F300-F6B8-0CE265C6194C}"/>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9321121" y="4772874"/>
              <a:ext cx="897474" cy="355817"/>
            </a:xfrm>
            <a:prstGeom prst="rect">
              <a:avLst/>
            </a:prstGeom>
          </p:spPr>
        </p:pic>
        <p:pic>
          <p:nvPicPr>
            <p:cNvPr id="45" name="Graphic 44" hidden="1">
              <a:extLst>
                <a:ext uri="{FF2B5EF4-FFF2-40B4-BE49-F238E27FC236}">
                  <a16:creationId xmlns:a16="http://schemas.microsoft.com/office/drawing/2014/main" id="{16D634C9-27D0-6EDA-72E7-D71DF92533B8}"/>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rot="16200000">
              <a:off x="9946868" y="4502045"/>
              <a:ext cx="897474" cy="355817"/>
            </a:xfrm>
            <a:prstGeom prst="rect">
              <a:avLst/>
            </a:prstGeom>
          </p:spPr>
        </p:pic>
        <p:pic>
          <p:nvPicPr>
            <p:cNvPr id="46" name="Graphic 45" hidden="1">
              <a:extLst>
                <a:ext uri="{FF2B5EF4-FFF2-40B4-BE49-F238E27FC236}">
                  <a16:creationId xmlns:a16="http://schemas.microsoft.com/office/drawing/2014/main" id="{20A05FC9-9919-BDC6-50F9-50A3DD72A21C}"/>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rot="16200000">
              <a:off x="8694514" y="4502045"/>
              <a:ext cx="897474" cy="355817"/>
            </a:xfrm>
            <a:prstGeom prst="rect">
              <a:avLst/>
            </a:prstGeom>
          </p:spPr>
        </p:pic>
      </p:grpSp>
      <p:pic>
        <p:nvPicPr>
          <p:cNvPr id="47" name="Graphic 46">
            <a:extLst>
              <a:ext uri="{FF2B5EF4-FFF2-40B4-BE49-F238E27FC236}">
                <a16:creationId xmlns:a16="http://schemas.microsoft.com/office/drawing/2014/main" id="{D251E3AD-7882-CE49-0AC4-6A9412E72136}"/>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241053" y="6372101"/>
            <a:ext cx="1630680" cy="247650"/>
          </a:xfrm>
          <a:prstGeom prst="rect">
            <a:avLst/>
          </a:prstGeom>
        </p:spPr>
      </p:pic>
      <p:sp>
        <p:nvSpPr>
          <p:cNvPr id="48" name="Rectangle 47" hidden="1">
            <a:extLst>
              <a:ext uri="{FF2B5EF4-FFF2-40B4-BE49-F238E27FC236}">
                <a16:creationId xmlns:a16="http://schemas.microsoft.com/office/drawing/2014/main" id="{EEF76166-7B2F-1CBB-4BFC-773DC4BA4FE3}"/>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5543976"/>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66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4.xml"/><Relationship Id="rId1" Type="http://schemas.openxmlformats.org/officeDocument/2006/relationships/tags" Target="../tags/tag8.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4.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7"/>
          <p:cNvSpPr txBox="1"/>
          <p:nvPr/>
        </p:nvSpPr>
        <p:spPr>
          <a:xfrm>
            <a:off x="685801" y="957472"/>
            <a:ext cx="9149600" cy="2068259"/>
          </a:xfrm>
          <a:prstGeom prst="rect">
            <a:avLst/>
          </a:prstGeom>
          <a:noFill/>
          <a:ln>
            <a:noFill/>
          </a:ln>
        </p:spPr>
        <p:txBody>
          <a:bodyPr spcFirstLastPara="1" wrap="square" lIns="0" tIns="0" rIns="0" bIns="0" anchor="t" anchorCtr="0">
            <a:spAutoFit/>
          </a:bodyPr>
          <a:lstStyle/>
          <a:p>
            <a:pPr defTabSz="609630">
              <a:lnSpc>
                <a:spcPct val="70000"/>
              </a:lnSpc>
              <a:buClr>
                <a:srgbClr val="000000"/>
              </a:buClr>
            </a:pPr>
            <a:r>
              <a:rPr lang="en-US" sz="6400" kern="0" dirty="0">
                <a:latin typeface="IBM Plex Sans" panose="020B0503050203000203" pitchFamily="34" charset="0"/>
                <a:cs typeface="Arial" panose="020B0604020202020204" pitchFamily="34" charset="0"/>
                <a:sym typeface="Arial"/>
              </a:rPr>
              <a:t>Insights from the Stack Overflow Developer Survey</a:t>
            </a:r>
            <a:endParaRPr sz="933" kern="0" dirty="0">
              <a:latin typeface="IBM Plex Sans" panose="020B0503050203000203" pitchFamily="34" charset="0"/>
              <a:cs typeface="Arial"/>
              <a:sym typeface="Arial"/>
            </a:endParaRPr>
          </a:p>
        </p:txBody>
      </p:sp>
      <p:sp>
        <p:nvSpPr>
          <p:cNvPr id="34" name="Google Shape;34;p7"/>
          <p:cNvSpPr txBox="1"/>
          <p:nvPr/>
        </p:nvSpPr>
        <p:spPr>
          <a:xfrm>
            <a:off x="816022" y="3435833"/>
            <a:ext cx="10559955" cy="615553"/>
          </a:xfrm>
          <a:prstGeom prst="rect">
            <a:avLst/>
          </a:prstGeom>
          <a:noFill/>
          <a:ln>
            <a:noFill/>
          </a:ln>
        </p:spPr>
        <p:txBody>
          <a:bodyPr spcFirstLastPara="1" wrap="square" lIns="0" tIns="0" rIns="0" bIns="0" anchor="t" anchorCtr="0">
            <a:spAutoFit/>
          </a:bodyPr>
          <a:lstStyle/>
          <a:p>
            <a:pPr defTabSz="609630">
              <a:buClr>
                <a:srgbClr val="000000"/>
              </a:buClr>
            </a:pPr>
            <a:r>
              <a:rPr lang="en-US" sz="4000" kern="0" dirty="0">
                <a:latin typeface="IBM Plex Sans" panose="020B0503050203000203" pitchFamily="34" charset="0"/>
                <a:cs typeface="Arial" panose="020B0604020202020204" pitchFamily="34" charset="0"/>
                <a:sym typeface="Arial"/>
              </a:rPr>
              <a:t>A Data‑Driven Analysis of Future Tech Trends</a:t>
            </a:r>
          </a:p>
        </p:txBody>
      </p:sp>
      <p:sp>
        <p:nvSpPr>
          <p:cNvPr id="35" name="Google Shape;35;p7"/>
          <p:cNvSpPr txBox="1"/>
          <p:nvPr/>
        </p:nvSpPr>
        <p:spPr>
          <a:xfrm>
            <a:off x="685801" y="289850"/>
            <a:ext cx="3818727" cy="172355"/>
          </a:xfrm>
          <a:prstGeom prst="rect">
            <a:avLst/>
          </a:prstGeom>
          <a:noFill/>
          <a:ln>
            <a:noFill/>
          </a:ln>
        </p:spPr>
        <p:txBody>
          <a:bodyPr spcFirstLastPara="1" wrap="square" lIns="0" tIns="0" rIns="0" bIns="0" anchor="t" anchorCtr="0">
            <a:spAutoFit/>
          </a:bodyPr>
          <a:lstStyle/>
          <a:p>
            <a:pPr defTabSz="609630">
              <a:lnSpc>
                <a:spcPct val="80000"/>
              </a:lnSpc>
              <a:buClr>
                <a:srgbClr val="000000"/>
              </a:buClr>
            </a:pPr>
            <a:r>
              <a:rPr lang="en-US" sz="1400" kern="0">
                <a:solidFill>
                  <a:srgbClr val="FFFFFF"/>
                </a:solidFill>
                <a:latin typeface="DM Serif Display"/>
                <a:ea typeface="DM Serif Display"/>
                <a:cs typeface="DM Serif Display"/>
                <a:sym typeface="DM Serif Display"/>
              </a:rPr>
              <a:t>SlidesCarnival</a:t>
            </a:r>
            <a:endParaRPr sz="933" kern="0">
              <a:solidFill>
                <a:srgbClr val="000000"/>
              </a:solidFill>
              <a:latin typeface="Arial"/>
              <a:cs typeface="Arial"/>
              <a:sym typeface="Arial"/>
            </a:endParaRPr>
          </a:p>
        </p:txBody>
      </p:sp>
      <p:sp>
        <p:nvSpPr>
          <p:cNvPr id="36" name="Google Shape;36;p7"/>
          <p:cNvSpPr txBox="1"/>
          <p:nvPr/>
        </p:nvSpPr>
        <p:spPr>
          <a:xfrm>
            <a:off x="7687473" y="289850"/>
            <a:ext cx="3818727" cy="172355"/>
          </a:xfrm>
          <a:prstGeom prst="rect">
            <a:avLst/>
          </a:prstGeom>
          <a:noFill/>
          <a:ln>
            <a:noFill/>
          </a:ln>
        </p:spPr>
        <p:txBody>
          <a:bodyPr spcFirstLastPara="1" wrap="square" lIns="0" tIns="0" rIns="0" bIns="0" anchor="t" anchorCtr="0">
            <a:spAutoFit/>
          </a:bodyPr>
          <a:lstStyle/>
          <a:p>
            <a:pPr algn="r" defTabSz="609630">
              <a:lnSpc>
                <a:spcPct val="80000"/>
              </a:lnSpc>
              <a:buClr>
                <a:srgbClr val="000000"/>
              </a:buClr>
            </a:pPr>
            <a:r>
              <a:rPr lang="en-US" sz="1400" kern="0">
                <a:solidFill>
                  <a:srgbClr val="FFFFFF"/>
                </a:solidFill>
                <a:latin typeface="DM Serif Display"/>
                <a:ea typeface="DM Serif Display"/>
                <a:cs typeface="DM Serif Display"/>
                <a:sym typeface="DM Serif Display"/>
              </a:rPr>
              <a:t>August 19, 2024</a:t>
            </a:r>
            <a:endParaRPr sz="933" kern="0">
              <a:solidFill>
                <a:srgbClr val="000000"/>
              </a:solidFill>
              <a:latin typeface="Arial"/>
              <a:cs typeface="Arial"/>
              <a:sym typeface="Arial"/>
            </a:endParaRPr>
          </a:p>
        </p:txBody>
      </p:sp>
    </p:spTree>
    <p:extLst>
      <p:ext uri="{BB962C8B-B14F-4D97-AF65-F5344CB8AC3E}">
        <p14:creationId xmlns:p14="http://schemas.microsoft.com/office/powerpoint/2010/main" val="1103200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729F0311-E886-197C-3123-F1EF39216003}"/>
              </a:ext>
            </a:extLst>
          </p:cNvPr>
          <p:cNvSpPr txBox="1">
            <a:spLocks/>
          </p:cNvSpPr>
          <p:nvPr/>
        </p:nvSpPr>
        <p:spPr>
          <a:xfrm>
            <a:off x="672353" y="600268"/>
            <a:ext cx="73152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cs typeface="Arial" panose="020B0604020202020204" pitchFamily="34" charset="0"/>
              </a:rPr>
              <a:t>OUTLINE</a:t>
            </a:r>
          </a:p>
        </p:txBody>
      </p:sp>
      <p:sp>
        <p:nvSpPr>
          <p:cNvPr id="4" name="TextBox 3">
            <a:extLst>
              <a:ext uri="{FF2B5EF4-FFF2-40B4-BE49-F238E27FC236}">
                <a16:creationId xmlns:a16="http://schemas.microsoft.com/office/drawing/2014/main" id="{8F5B82FE-9CFF-E3C7-CAA5-78FE99EB945D}"/>
              </a:ext>
            </a:extLst>
          </p:cNvPr>
          <p:cNvSpPr txBox="1"/>
          <p:nvPr/>
        </p:nvSpPr>
        <p:spPr>
          <a:xfrm>
            <a:off x="1479176" y="1450701"/>
            <a:ext cx="10394576" cy="3293209"/>
          </a:xfrm>
          <a:prstGeom prst="rect">
            <a:avLst/>
          </a:prstGeom>
          <a:noFill/>
        </p:spPr>
        <p:txBody>
          <a:bodyPr wrap="square">
            <a:spAutoFit/>
          </a:bodyPr>
          <a:lstStyle/>
          <a:p>
            <a:pPr marL="342900" indent="-342900">
              <a:buFont typeface="Arial" panose="020B0604020202020204" pitchFamily="34" charset="0"/>
              <a:buChar char="•"/>
            </a:pPr>
            <a:r>
              <a:rPr lang="en-US" sz="2200" dirty="0">
                <a:latin typeface="IBM Plex Sans" panose="020B0503050203000203" pitchFamily="34" charset="0"/>
                <a:cs typeface="Arial" panose="020B0604020202020204" pitchFamily="34" charset="0"/>
              </a:rPr>
              <a:t>Executive summary</a:t>
            </a:r>
          </a:p>
          <a:p>
            <a:pPr marL="342900" indent="-342900">
              <a:buFont typeface="Arial" panose="020B0604020202020204" pitchFamily="34" charset="0"/>
              <a:buChar char="•"/>
            </a:pPr>
            <a:r>
              <a:rPr lang="en-US" sz="2200" dirty="0">
                <a:latin typeface="IBM Plex Sans" panose="020B0503050203000203" pitchFamily="34" charset="0"/>
                <a:cs typeface="Arial" panose="020B0604020202020204" pitchFamily="34" charset="0"/>
              </a:rPr>
              <a:t>Introduction</a:t>
            </a:r>
          </a:p>
          <a:p>
            <a:pPr marL="342900" indent="-342900">
              <a:buFont typeface="Arial" panose="020B0604020202020204" pitchFamily="34" charset="0"/>
              <a:buChar char="•"/>
            </a:pPr>
            <a:r>
              <a:rPr lang="en-US" sz="2200" dirty="0">
                <a:latin typeface="IBM Plex Sans" panose="020B0503050203000203" pitchFamily="34" charset="0"/>
                <a:cs typeface="Arial" panose="020B0604020202020204" pitchFamily="34" charset="0"/>
              </a:rPr>
              <a:t>Methodology</a:t>
            </a:r>
          </a:p>
          <a:p>
            <a:pPr marL="342900" indent="-342900">
              <a:buFont typeface="Arial" panose="020B0604020202020204" pitchFamily="34" charset="0"/>
              <a:buChar char="•"/>
            </a:pPr>
            <a:r>
              <a:rPr lang="en-US" sz="2200" dirty="0">
                <a:latin typeface="IBM Plex Sans" panose="020B0503050203000203" pitchFamily="34" charset="0"/>
                <a:cs typeface="Arial" panose="020B0604020202020204" pitchFamily="34" charset="0"/>
              </a:rPr>
              <a:t>Results</a:t>
            </a:r>
          </a:p>
          <a:p>
            <a:pPr marL="742950" lvl="1" indent="-285750">
              <a:buFont typeface="Arial" panose="020B0604020202020204" pitchFamily="34" charset="0"/>
              <a:buChar char="•"/>
            </a:pPr>
            <a:r>
              <a:rPr lang="en-US" sz="1800" dirty="0">
                <a:latin typeface="IBM Plex Sans" panose="020B0503050203000203" pitchFamily="34" charset="0"/>
                <a:cs typeface="Arial" panose="020B0604020202020204" pitchFamily="34" charset="0"/>
              </a:rPr>
              <a:t>Visualization – charts</a:t>
            </a:r>
          </a:p>
          <a:p>
            <a:pPr marL="742950" lvl="1" indent="-285750">
              <a:buFont typeface="Arial" panose="020B0604020202020204" pitchFamily="34" charset="0"/>
              <a:buChar char="•"/>
            </a:pPr>
            <a:r>
              <a:rPr lang="en-US" sz="1800" dirty="0">
                <a:latin typeface="IBM Plex Sans" panose="020B0503050203000203" pitchFamily="34" charset="0"/>
                <a:cs typeface="Arial" panose="020B0604020202020204" pitchFamily="34" charset="0"/>
              </a:rPr>
              <a:t>Dashboard</a:t>
            </a:r>
          </a:p>
          <a:p>
            <a:pPr marL="342900" indent="-342900">
              <a:buFont typeface="Arial" panose="020B0604020202020204" pitchFamily="34" charset="0"/>
              <a:buChar char="•"/>
            </a:pPr>
            <a:r>
              <a:rPr lang="en-US" sz="2200" dirty="0">
                <a:latin typeface="IBM Plex Sans" panose="020B0503050203000203" pitchFamily="34" charset="0"/>
                <a:cs typeface="Arial" panose="020B0604020202020204" pitchFamily="34" charset="0"/>
              </a:rPr>
              <a:t>Discussion</a:t>
            </a:r>
          </a:p>
          <a:p>
            <a:pPr marL="742950" lvl="1" indent="-285750">
              <a:buFont typeface="Arial" panose="020B0604020202020204" pitchFamily="34" charset="0"/>
              <a:buChar char="•"/>
            </a:pPr>
            <a:r>
              <a:rPr lang="en-US" sz="1800" dirty="0">
                <a:latin typeface="IBM Plex Sans" panose="020B0503050203000203" pitchFamily="34" charset="0"/>
                <a:cs typeface="Arial" panose="020B0604020202020204" pitchFamily="34" charset="0"/>
              </a:rPr>
              <a:t>Findings &amp; implications</a:t>
            </a:r>
          </a:p>
          <a:p>
            <a:pPr marL="342900" indent="-342900">
              <a:buFont typeface="Arial" panose="020B0604020202020204" pitchFamily="34" charset="0"/>
              <a:buChar char="•"/>
            </a:pPr>
            <a:r>
              <a:rPr lang="en-US" sz="2200" dirty="0">
                <a:latin typeface="IBM Plex Sans" panose="020B0503050203000203" pitchFamily="34" charset="0"/>
                <a:cs typeface="Arial" panose="020B0604020202020204" pitchFamily="34" charset="0"/>
              </a:rPr>
              <a:t>Conclusion</a:t>
            </a:r>
          </a:p>
          <a:p>
            <a:pPr marL="342900" indent="-342900">
              <a:buFont typeface="Arial" panose="020B0604020202020204" pitchFamily="34" charset="0"/>
              <a:buChar char="•"/>
            </a:pPr>
            <a:r>
              <a:rPr lang="en-US" sz="2200" dirty="0">
                <a:latin typeface="IBM Plex Sans" panose="020B0503050203000203" pitchFamily="34" charset="0"/>
                <a:cs typeface="Arial" panose="020B0604020202020204" pitchFamily="34" charset="0"/>
              </a:rPr>
              <a:t>Appendix</a:t>
            </a:r>
            <a:endParaRPr lang="en-ZA" dirty="0">
              <a:latin typeface="IBM Plex Sans" panose="020B0503050203000203" pitchFamily="34" charset="0"/>
            </a:endParaRPr>
          </a:p>
        </p:txBody>
      </p:sp>
    </p:spTree>
    <p:extLst>
      <p:ext uri="{BB962C8B-B14F-4D97-AF65-F5344CB8AC3E}">
        <p14:creationId xmlns:p14="http://schemas.microsoft.com/office/powerpoint/2010/main" val="3659710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285075" y="1825624"/>
            <a:ext cx="7068725"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600" dirty="0">
                <a:effectLst/>
              </a:rPr>
              <a:t>The analysis of the Stack Overflow Developer Survey highlights several important trends shaping the developer landscape. Python and JavaScript continue to dominate across age groups, while cloud‑native databases are gaining traction as organizations modernize their infrastructure. </a:t>
            </a:r>
          </a:p>
          <a:p>
            <a:r>
              <a:rPr lang="en-US" sz="1600" dirty="0">
                <a:effectLst/>
              </a:rPr>
              <a:t>Younger developers show high participation rates but report lower satisfaction, whereas mid‑career professionals demonstrate stronger retention and more positive engagement indicators.</a:t>
            </a:r>
            <a:endParaRPr lang="en-US" sz="1600" dirty="0"/>
          </a:p>
          <a:p>
            <a:r>
              <a:rPr lang="en-US" sz="1600" dirty="0">
                <a:effectLst/>
              </a:rPr>
              <a:t>These findings carry clear implications for stakeholders. Organizations can use them to refine talent strategies, educators can align curricula with emerging technologies, and communities can better support developer well‑being. </a:t>
            </a:r>
          </a:p>
          <a:p>
            <a:r>
              <a:rPr lang="en-US" sz="1600" dirty="0">
                <a:effectLst/>
              </a:rPr>
              <a:t>By anticipating shifts in language adoption and database preferences, decision‑makers are positioned to foster engagement, improve retention, and prepare for the future of technology.</a:t>
            </a:r>
            <a:endParaRPr lang="en-US" sz="1600" dirty="0"/>
          </a:p>
          <a:p>
            <a:endParaRPr lang="en-US" sz="2200" dirty="0"/>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1090494" y="2302762"/>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838200" y="1500037"/>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3960740" y="1500037"/>
            <a:ext cx="7068725"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800" dirty="0">
                <a:solidFill>
                  <a:schemeClr val="tx1"/>
                </a:solidFill>
                <a:effectLst/>
              </a:rPr>
              <a:t>The Stack Overflow Developer Survey provides one of the most comprehensive views into the global developer community, capturing insights into technologies, work preferences, and demographic trends. </a:t>
            </a:r>
          </a:p>
          <a:p>
            <a:r>
              <a:rPr lang="en-US" sz="1800" dirty="0">
                <a:solidFill>
                  <a:schemeClr val="tx1"/>
                </a:solidFill>
                <a:effectLst/>
              </a:rPr>
              <a:t>Analyzing this dataset offers a unique opportunity to understand not only which tools and languages are most widely adopted, but also how satisfaction, participation, and career trajectories vary across different groups.</a:t>
            </a:r>
            <a:endParaRPr lang="en-US" sz="1800" dirty="0">
              <a:solidFill>
                <a:schemeClr val="tx1"/>
              </a:solidFill>
            </a:endParaRPr>
          </a:p>
          <a:p>
            <a:r>
              <a:rPr lang="en-US" sz="1800" dirty="0">
                <a:solidFill>
                  <a:schemeClr val="tx1"/>
                </a:solidFill>
                <a:effectLst/>
              </a:rPr>
              <a:t>This project applies a structured data analysis workflow — beginning with acquisition and preparation of the raw survey data, followed by exploratory analysis to uncover distributions and relationships. Patterns are identified through statistical techniques and visual exploration, and findings are communicated through clear, professional visualizations. </a:t>
            </a:r>
          </a:p>
          <a:p>
            <a:r>
              <a:rPr lang="en-US" sz="1800" dirty="0">
                <a:solidFill>
                  <a:schemeClr val="tx1"/>
                </a:solidFill>
                <a:effectLst/>
              </a:rPr>
              <a:t>Ultimately, the goal is to interpret these results in a way that highlights meaningful trends in developer engagement and provides actionable insights for organizations, educators, and communities invested in the future of technology.</a:t>
            </a:r>
            <a:endParaRPr lang="en-US" sz="1800" dirty="0">
              <a:solidFill>
                <a:schemeClr val="tx1"/>
              </a:solidFill>
            </a:endParaRP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656547" y="283468"/>
            <a:ext cx="7230723" cy="1325563"/>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174236" y="1386354"/>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Arial" panose="020B0604020202020204" pitchFamily="34" charset="0"/>
              <a:buChar char="•"/>
            </a:pPr>
            <a:r>
              <a:rPr lang="en-ZA" sz="1600" b="1" dirty="0">
                <a:effectLst/>
              </a:rPr>
              <a:t>Data Acquisition</a:t>
            </a:r>
            <a:r>
              <a:rPr lang="en-ZA" sz="1600" dirty="0">
                <a:effectLst/>
              </a:rPr>
              <a:t> → Download Stack Overflow Developer Survey dataset.</a:t>
            </a:r>
            <a:endParaRPr lang="en-ZA" sz="1600" dirty="0"/>
          </a:p>
          <a:p>
            <a:pPr>
              <a:buFont typeface="Arial" panose="020B0604020202020204" pitchFamily="34" charset="0"/>
              <a:buChar char="•"/>
            </a:pPr>
            <a:r>
              <a:rPr lang="en-ZA" sz="1600" b="1" dirty="0">
                <a:effectLst/>
              </a:rPr>
              <a:t>Data Preparation</a:t>
            </a:r>
            <a:r>
              <a:rPr lang="en-ZA" sz="1600" dirty="0">
                <a:effectLst/>
              </a:rPr>
              <a:t> → Clean missing values, standardized categories, map text responses to numeric codes.</a:t>
            </a:r>
            <a:endParaRPr lang="en-ZA" sz="1600" dirty="0"/>
          </a:p>
          <a:p>
            <a:pPr>
              <a:buFont typeface="Arial" panose="020B0604020202020204" pitchFamily="34" charset="0"/>
              <a:buChar char="•"/>
            </a:pPr>
            <a:r>
              <a:rPr lang="en-ZA" sz="1600" b="1" dirty="0">
                <a:effectLst/>
              </a:rPr>
              <a:t>Exploratory Data Analysis (EDA)</a:t>
            </a:r>
            <a:r>
              <a:rPr lang="en-ZA" sz="1600" dirty="0">
                <a:effectLst/>
              </a:rPr>
              <a:t> → Use Python, SQL, and Excel to explore distributions and relationships.</a:t>
            </a:r>
            <a:endParaRPr lang="en-ZA" sz="1600" dirty="0"/>
          </a:p>
          <a:p>
            <a:pPr>
              <a:buFont typeface="Arial" panose="020B0604020202020204" pitchFamily="34" charset="0"/>
              <a:buChar char="•"/>
            </a:pPr>
            <a:r>
              <a:rPr lang="en-ZA" sz="1600" b="1" dirty="0">
                <a:effectLst/>
              </a:rPr>
              <a:t>Pattern Identification</a:t>
            </a:r>
            <a:r>
              <a:rPr lang="en-ZA" sz="1600" dirty="0">
                <a:effectLst/>
              </a:rPr>
              <a:t> → Cross‑tabulated variables, correlation analysis, bubble plots, clustering.</a:t>
            </a:r>
            <a:endParaRPr lang="en-ZA" sz="1600" dirty="0"/>
          </a:p>
          <a:p>
            <a:pPr>
              <a:buFont typeface="Arial" panose="020B0604020202020204" pitchFamily="34" charset="0"/>
              <a:buChar char="•"/>
            </a:pPr>
            <a:r>
              <a:rPr lang="en-ZA" sz="1600" b="1" dirty="0">
                <a:effectLst/>
              </a:rPr>
              <a:t>Visualization</a:t>
            </a:r>
            <a:r>
              <a:rPr lang="en-ZA" sz="1600" dirty="0">
                <a:effectLst/>
              </a:rPr>
              <a:t> → Create clear, consistent charts with professional colour palettes.</a:t>
            </a:r>
            <a:endParaRPr lang="en-ZA" sz="1600" dirty="0"/>
          </a:p>
          <a:p>
            <a:pPr>
              <a:buFont typeface="Arial" panose="020B0604020202020204" pitchFamily="34" charset="0"/>
              <a:buChar char="•"/>
            </a:pPr>
            <a:r>
              <a:rPr lang="en-ZA" sz="1600" b="1" dirty="0">
                <a:effectLst/>
              </a:rPr>
              <a:t>Interpretation</a:t>
            </a:r>
            <a:r>
              <a:rPr lang="en-ZA" sz="1600" dirty="0">
                <a:effectLst/>
              </a:rPr>
              <a:t> → Highlight developer trends in participation, satisfaction, and demographics.</a:t>
            </a:r>
            <a:endParaRPr lang="en-ZA" sz="1600" dirty="0"/>
          </a:p>
          <a:p>
            <a:endParaRPr lang="en-US" sz="2200" dirty="0"/>
          </a:p>
          <a:p>
            <a:endParaRPr lang="en-US" sz="2200" dirty="0"/>
          </a:p>
          <a:p>
            <a:pPr lvl="1"/>
            <a:endParaRPr lang="en-US" sz="1800" dirty="0"/>
          </a:p>
          <a:p>
            <a:pPr lvl="1"/>
            <a:endParaRPr lang="en-US" sz="1800" dirty="0"/>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656547" y="1386354"/>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5">
            <a:extLst>
              <a:ext uri="{FF2B5EF4-FFF2-40B4-BE49-F238E27FC236}">
                <a16:creationId xmlns:a16="http://schemas.microsoft.com/office/drawing/2014/main" id="{E3679B75-869F-9F55-CB10-52B81155FA7F}"/>
              </a:ext>
            </a:extLst>
          </p:cNvPr>
          <p:cNvPicPr>
            <a:picLocks noGrp="1" noChangeAspect="1"/>
          </p:cNvPicPr>
          <p:nvPr>
            <p:ph sz="half" idx="1"/>
          </p:nvPr>
        </p:nvPicPr>
        <p:blipFill>
          <a:blip r:embed="rId2"/>
          <a:stretch>
            <a:fillRect/>
          </a:stretch>
        </p:blipFill>
        <p:spPr>
          <a:xfrm>
            <a:off x="1058780" y="1498274"/>
            <a:ext cx="9236242" cy="4753946"/>
          </a:xfrm>
        </p:spPr>
      </p:pic>
      <p:sp>
        <p:nvSpPr>
          <p:cNvPr id="2" name="TextBox 1">
            <a:extLst>
              <a:ext uri="{FF2B5EF4-FFF2-40B4-BE49-F238E27FC236}">
                <a16:creationId xmlns:a16="http://schemas.microsoft.com/office/drawing/2014/main" id="{85884E3E-E875-9093-44EC-6AE149DF0C39}"/>
              </a:ext>
            </a:extLst>
          </p:cNvPr>
          <p:cNvSpPr txBox="1"/>
          <p:nvPr/>
        </p:nvSpPr>
        <p:spPr>
          <a:xfrm>
            <a:off x="1078029" y="577516"/>
            <a:ext cx="9201752" cy="769441"/>
          </a:xfrm>
          <a:prstGeom prst="rect">
            <a:avLst/>
          </a:prstGeom>
          <a:noFill/>
        </p:spPr>
        <p:txBody>
          <a:bodyPr wrap="square" rtlCol="0">
            <a:spAutoFit/>
          </a:bodyPr>
          <a:lstStyle/>
          <a:p>
            <a:r>
              <a:rPr lang="en-US" sz="4400" dirty="0">
                <a:latin typeface="+mj-lt"/>
              </a:rPr>
              <a:t>Language Usage by Age</a:t>
            </a:r>
            <a:endParaRPr lang="en-ZA" sz="4400" dirty="0">
              <a:latin typeface="+mj-lt"/>
            </a:endParaRPr>
          </a:p>
        </p:txBody>
      </p:sp>
    </p:spTree>
    <p:extLst>
      <p:ext uri="{BB962C8B-B14F-4D97-AF65-F5344CB8AC3E}">
        <p14:creationId xmlns:p14="http://schemas.microsoft.com/office/powerpoint/2010/main" val="1567165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87DDA-8F6E-B1E5-98E3-25CCB0ECBD7C}"/>
              </a:ext>
            </a:extLst>
          </p:cNvPr>
          <p:cNvSpPr>
            <a:spLocks noGrp="1"/>
          </p:cNvSpPr>
          <p:nvPr>
            <p:ph type="title"/>
          </p:nvPr>
        </p:nvSpPr>
        <p:spPr/>
        <p:txBody>
          <a:bodyPr/>
          <a:lstStyle/>
          <a:p>
            <a:r>
              <a:rPr lang="en-US" dirty="0"/>
              <a:t>What this means?</a:t>
            </a:r>
            <a:endParaRPr lang="en-ZA" dirty="0"/>
          </a:p>
        </p:txBody>
      </p:sp>
      <p:sp>
        <p:nvSpPr>
          <p:cNvPr id="6" name="TextBox 5">
            <a:extLst>
              <a:ext uri="{FF2B5EF4-FFF2-40B4-BE49-F238E27FC236}">
                <a16:creationId xmlns:a16="http://schemas.microsoft.com/office/drawing/2014/main" id="{E88BA6E3-9FBC-8224-D0C6-E5E32410630B}"/>
              </a:ext>
            </a:extLst>
          </p:cNvPr>
          <p:cNvSpPr txBox="1"/>
          <p:nvPr/>
        </p:nvSpPr>
        <p:spPr>
          <a:xfrm>
            <a:off x="731520" y="1549667"/>
            <a:ext cx="10780295" cy="3693319"/>
          </a:xfrm>
          <a:prstGeom prst="rect">
            <a:avLst/>
          </a:prstGeom>
          <a:noFill/>
        </p:spPr>
        <p:txBody>
          <a:bodyPr wrap="square" rtlCol="0">
            <a:spAutoFit/>
          </a:bodyPr>
          <a:lstStyle/>
          <a:p>
            <a:pPr marL="285750" indent="-285750">
              <a:buFont typeface="Arial" panose="020B0604020202020204" pitchFamily="34" charset="0"/>
              <a:buChar char="•"/>
            </a:pPr>
            <a:r>
              <a:rPr lang="en-US" dirty="0"/>
              <a:t>Concentration in younger ages → Most of the large bubbles cluster between ages 20–40, meaning the bulk of developers using JavaScript, HTML/CSS, Python, SQL, TypeScript, and Bash are in that younger to mid‑career range.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Language popularity by age → JavaScript, Python, and SQL have consistently large bubbles across multiple age bands, showing broad adoption. TypeScript and Bash/Shell appear more niche, with smaller bubbles overall.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Drop‑off with age → Bubble sizes shrink noticeably after age 40–50, indicating fewer older developers are represented in the survey or actively using these languages.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Generational trends → Python’s strong presence among younger developers suggests it’s a preferred entry language, while SQL and JavaScript remain staples across all ages.</a:t>
            </a:r>
            <a:endParaRPr lang="en-ZA" dirty="0"/>
          </a:p>
        </p:txBody>
      </p:sp>
    </p:spTree>
    <p:extLst>
      <p:ext uri="{BB962C8B-B14F-4D97-AF65-F5344CB8AC3E}">
        <p14:creationId xmlns:p14="http://schemas.microsoft.com/office/powerpoint/2010/main" val="708298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p:txBody>
          <a:bodyPr>
            <a:normAutofit/>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813816" y="1825625"/>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72200" y="1825625"/>
            <a:ext cx="1758142" cy="501939"/>
          </a:xfrm>
        </p:spPr>
        <p:txBody>
          <a:bodyPr/>
          <a:lstStyle/>
          <a:p>
            <a:pPr marL="0" indent="0">
              <a:buNone/>
            </a:pPr>
            <a:r>
              <a:rPr lang="en-US" dirty="0"/>
              <a:t>Next year</a:t>
            </a:r>
          </a:p>
        </p:txBody>
      </p:sp>
      <p:sp>
        <p:nvSpPr>
          <p:cNvPr id="10" name="Content Placeholder 2">
            <a:extLst>
              <a:ext uri="{FF2B5EF4-FFF2-40B4-BE49-F238E27FC236}">
                <a16:creationId xmlns:a16="http://schemas.microsoft.com/office/drawing/2014/main" id="{2DFAC5CF-1B58-ABB4-D63B-1D931D572459}"/>
              </a:ext>
            </a:extLst>
          </p:cNvPr>
          <p:cNvSpPr txBox="1">
            <a:spLocks/>
          </p:cNvSpPr>
          <p:nvPr/>
        </p:nvSpPr>
        <p:spPr>
          <a:xfrm>
            <a:off x="838199"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11" name="Content Placeholder 2">
            <a:extLst>
              <a:ext uri="{FF2B5EF4-FFF2-40B4-BE49-F238E27FC236}">
                <a16:creationId xmlns:a16="http://schemas.microsoft.com/office/drawing/2014/main" id="{FBAA9DB0-9EAC-9B25-C7F3-3CE83758128E}"/>
              </a:ext>
            </a:extLst>
          </p:cNvPr>
          <p:cNvSpPr txBox="1">
            <a:spLocks/>
          </p:cNvSpPr>
          <p:nvPr/>
        </p:nvSpPr>
        <p:spPr>
          <a:xfrm>
            <a:off x="6172200"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pic>
        <p:nvPicPr>
          <p:cNvPr id="3" name="Picture 2">
            <a:extLst>
              <a:ext uri="{FF2B5EF4-FFF2-40B4-BE49-F238E27FC236}">
                <a16:creationId xmlns:a16="http://schemas.microsoft.com/office/drawing/2014/main" id="{47BB9E18-AD48-01AE-DFF8-B87EB9F1DFD2}"/>
              </a:ext>
            </a:extLst>
          </p:cNvPr>
          <p:cNvPicPr>
            <a:picLocks noChangeAspect="1"/>
          </p:cNvPicPr>
          <p:nvPr/>
        </p:nvPicPr>
        <p:blipFill>
          <a:blip r:embed="rId3"/>
          <a:stretch>
            <a:fillRect/>
          </a:stretch>
        </p:blipFill>
        <p:spPr>
          <a:xfrm>
            <a:off x="472557" y="2404944"/>
            <a:ext cx="4980591" cy="3772018"/>
          </a:xfrm>
          <a:prstGeom prst="rect">
            <a:avLst/>
          </a:prstGeom>
        </p:spPr>
      </p:pic>
      <p:pic>
        <p:nvPicPr>
          <p:cNvPr id="5" name="Picture 4">
            <a:extLst>
              <a:ext uri="{FF2B5EF4-FFF2-40B4-BE49-F238E27FC236}">
                <a16:creationId xmlns:a16="http://schemas.microsoft.com/office/drawing/2014/main" id="{D6F4DB18-39C9-00BA-C49B-D88F63EB719E}"/>
              </a:ext>
            </a:extLst>
          </p:cNvPr>
          <p:cNvPicPr>
            <a:picLocks noChangeAspect="1"/>
          </p:cNvPicPr>
          <p:nvPr/>
        </p:nvPicPr>
        <p:blipFill>
          <a:blip r:embed="rId4"/>
          <a:stretch>
            <a:fillRect/>
          </a:stretch>
        </p:blipFill>
        <p:spPr>
          <a:xfrm>
            <a:off x="5818790" y="2482011"/>
            <a:ext cx="4980590" cy="3719600"/>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87DDA-8F6E-B1E5-98E3-25CCB0ECBD7C}"/>
              </a:ext>
            </a:extLst>
          </p:cNvPr>
          <p:cNvSpPr>
            <a:spLocks noGrp="1"/>
          </p:cNvSpPr>
          <p:nvPr>
            <p:ph type="title"/>
          </p:nvPr>
        </p:nvSpPr>
        <p:spPr/>
        <p:txBody>
          <a:bodyPr/>
          <a:lstStyle/>
          <a:p>
            <a:r>
              <a:rPr lang="en-US" dirty="0"/>
              <a:t>What this means?</a:t>
            </a:r>
            <a:endParaRPr lang="en-ZA" dirty="0"/>
          </a:p>
        </p:txBody>
      </p:sp>
      <p:sp>
        <p:nvSpPr>
          <p:cNvPr id="8" name="TextBox 7">
            <a:extLst>
              <a:ext uri="{FF2B5EF4-FFF2-40B4-BE49-F238E27FC236}">
                <a16:creationId xmlns:a16="http://schemas.microsoft.com/office/drawing/2014/main" id="{88E20973-1C60-D5D2-3D15-7A413D737C71}"/>
              </a:ext>
            </a:extLst>
          </p:cNvPr>
          <p:cNvSpPr txBox="1"/>
          <p:nvPr/>
        </p:nvSpPr>
        <p:spPr>
          <a:xfrm>
            <a:off x="404261" y="1491916"/>
            <a:ext cx="11367436" cy="4247317"/>
          </a:xfrm>
          <a:prstGeom prst="rect">
            <a:avLst/>
          </a:prstGeom>
          <a:noFill/>
        </p:spPr>
        <p:txBody>
          <a:bodyPr wrap="square" rtlCol="0">
            <a:spAutoFit/>
          </a:bodyPr>
          <a:lstStyle/>
          <a:p>
            <a:pPr marL="285750" indent="-285750">
              <a:buFont typeface="Arial" panose="020B0604020202020204" pitchFamily="34" charset="0"/>
              <a:buChar char="•"/>
            </a:pPr>
            <a:r>
              <a:rPr lang="en-US" dirty="0"/>
              <a:t>Stable leaders → JavaScript, Python, and SQL dominate both charts. They’re widely used now and remain highly desired for the future, confirming their central role in development.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Shifting interest → Python moves to the very top in “want to work with,” showing strong momentum among developers who may not yet use it but aspire to.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Emerging languages → Rust and Go appear in the “next year” chart but not in the current top 10. This signals growing curiosity and adoption potential, especially among developers looking for modern, efficient systems languages.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Declining appeal → Older staples like Java and C are strong in current usage but drop off in future interest, suggesting they’re seen as legacy skills rather than aspirational ones.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Consistency in web stack → HTML/CSS and TypeScript remain important across both charts, reflecting the continued dominance of web development.</a:t>
            </a:r>
            <a:endParaRPr lang="en-ZA" dirty="0"/>
          </a:p>
        </p:txBody>
      </p:sp>
    </p:spTree>
    <p:extLst>
      <p:ext uri="{BB962C8B-B14F-4D97-AF65-F5344CB8AC3E}">
        <p14:creationId xmlns:p14="http://schemas.microsoft.com/office/powerpoint/2010/main" val="4218625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838200" y="244545"/>
            <a:ext cx="10515600" cy="1325563"/>
          </a:xfrm>
        </p:spPr>
        <p:txBody>
          <a:bodyPr>
            <a:normAutofit/>
          </a:bodyPr>
          <a:lstStyle/>
          <a:p>
            <a:r>
              <a:rPr lang="en-US" sz="3200" dirty="0"/>
              <a:t>PROGRAMMING LANGUAGE TRENDS: </a:t>
            </a:r>
            <a:br>
              <a:rPr lang="en-US" sz="3200" dirty="0"/>
            </a:br>
            <a:r>
              <a:rPr lang="en-US" sz="3200" dirty="0"/>
              <a:t>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698312" y="1570108"/>
            <a:ext cx="5181600" cy="4351338"/>
          </a:xfrm>
        </p:spPr>
        <p:txBody>
          <a:bodyPr>
            <a:normAutofit fontScale="77500" lnSpcReduction="20000"/>
          </a:bodyPr>
          <a:lstStyle/>
          <a:p>
            <a:pPr marL="0" indent="0">
              <a:buNone/>
            </a:pPr>
            <a:r>
              <a:rPr lang="en-US" dirty="0"/>
              <a:t>Findings</a:t>
            </a:r>
          </a:p>
          <a:p>
            <a:pPr marL="0" indent="0">
              <a:buNone/>
            </a:pPr>
            <a:endParaRPr lang="en-US" dirty="0"/>
          </a:p>
          <a:p>
            <a:r>
              <a:rPr lang="en-US" dirty="0"/>
              <a:t>Python and JavaScript dominate both current usage and future interest, confirming their role as core developer skills.</a:t>
            </a:r>
          </a:p>
          <a:p>
            <a:r>
              <a:rPr lang="en-US" dirty="0"/>
              <a:t>Rust and Go emerge in “want to work with,” signaling growing adoption of modern, efficient languages.</a:t>
            </a:r>
          </a:p>
          <a:p>
            <a:r>
              <a:rPr lang="en-US" dirty="0"/>
              <a:t>Legacy languages like Java and C remain widely used but show declining appeal in future preferences.</a:t>
            </a: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096000" y="1570108"/>
            <a:ext cx="5181600" cy="4351338"/>
          </a:xfrm>
        </p:spPr>
        <p:txBody>
          <a:bodyPr>
            <a:normAutofit fontScale="77500" lnSpcReduction="20000"/>
          </a:bodyPr>
          <a:lstStyle/>
          <a:p>
            <a:pPr marL="0" indent="0">
              <a:buNone/>
            </a:pPr>
            <a:r>
              <a:rPr lang="en-US" dirty="0"/>
              <a:t>Implications</a:t>
            </a:r>
          </a:p>
          <a:p>
            <a:pPr marL="0" indent="0">
              <a:buNone/>
            </a:pPr>
            <a:endParaRPr lang="en-US" dirty="0"/>
          </a:p>
          <a:p>
            <a:r>
              <a:rPr lang="en-US" dirty="0"/>
              <a:t>Organizations should prioritize Python and JavaScript expertise when hiring and training, as they remain essential across industries.</a:t>
            </a:r>
          </a:p>
          <a:p>
            <a:r>
              <a:rPr lang="en-US" dirty="0"/>
              <a:t>Educators and training providers can incorporate Rust and Go into curricula to prepare developers for upcoming demand.</a:t>
            </a:r>
          </a:p>
          <a:p>
            <a:r>
              <a:rPr lang="en-US" dirty="0"/>
              <a:t>Companies relying heavily on Java or C should plan for gradual skill transitions, balancing legacy system support with modern language adoption.</a:t>
            </a: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1825625"/>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1825625"/>
            <a:ext cx="1758142" cy="501939"/>
          </a:xfrm>
        </p:spPr>
        <p:txBody>
          <a:bodyPr/>
          <a:lstStyle/>
          <a:p>
            <a:pPr marL="0" indent="0">
              <a:buNone/>
            </a:pPr>
            <a:r>
              <a:rPr lang="en-US" dirty="0"/>
              <a:t>Next year</a:t>
            </a:r>
          </a:p>
        </p:txBody>
      </p:sp>
      <p:pic>
        <p:nvPicPr>
          <p:cNvPr id="8" name="Picture 7">
            <a:extLst>
              <a:ext uri="{FF2B5EF4-FFF2-40B4-BE49-F238E27FC236}">
                <a16:creationId xmlns:a16="http://schemas.microsoft.com/office/drawing/2014/main" id="{F66AE4F9-B340-A367-8A89-B667506D3637}"/>
              </a:ext>
            </a:extLst>
          </p:cNvPr>
          <p:cNvPicPr>
            <a:picLocks noChangeAspect="1"/>
          </p:cNvPicPr>
          <p:nvPr/>
        </p:nvPicPr>
        <p:blipFill>
          <a:blip r:embed="rId3"/>
          <a:stretch>
            <a:fillRect/>
          </a:stretch>
        </p:blipFill>
        <p:spPr>
          <a:xfrm>
            <a:off x="601943" y="2312503"/>
            <a:ext cx="5139890" cy="3841886"/>
          </a:xfrm>
          <a:prstGeom prst="rect">
            <a:avLst/>
          </a:prstGeom>
        </p:spPr>
      </p:pic>
      <p:pic>
        <p:nvPicPr>
          <p:cNvPr id="10" name="Picture 9">
            <a:extLst>
              <a:ext uri="{FF2B5EF4-FFF2-40B4-BE49-F238E27FC236}">
                <a16:creationId xmlns:a16="http://schemas.microsoft.com/office/drawing/2014/main" id="{4D4C33F5-081C-7E5D-BB5F-C0620B530AB1}"/>
              </a:ext>
            </a:extLst>
          </p:cNvPr>
          <p:cNvPicPr>
            <a:picLocks noChangeAspect="1"/>
          </p:cNvPicPr>
          <p:nvPr/>
        </p:nvPicPr>
        <p:blipFill>
          <a:blip r:embed="rId4"/>
          <a:stretch>
            <a:fillRect/>
          </a:stretch>
        </p:blipFill>
        <p:spPr>
          <a:xfrm>
            <a:off x="6019801" y="2312503"/>
            <a:ext cx="5077009" cy="3841886"/>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87DDA-8F6E-B1E5-98E3-25CCB0ECBD7C}"/>
              </a:ext>
            </a:extLst>
          </p:cNvPr>
          <p:cNvSpPr>
            <a:spLocks noGrp="1"/>
          </p:cNvSpPr>
          <p:nvPr>
            <p:ph type="title"/>
          </p:nvPr>
        </p:nvSpPr>
        <p:spPr/>
        <p:txBody>
          <a:bodyPr/>
          <a:lstStyle/>
          <a:p>
            <a:r>
              <a:rPr lang="en-US" dirty="0"/>
              <a:t>What this means?</a:t>
            </a:r>
            <a:endParaRPr lang="en-ZA" dirty="0"/>
          </a:p>
        </p:txBody>
      </p:sp>
      <p:sp>
        <p:nvSpPr>
          <p:cNvPr id="8" name="TextBox 7">
            <a:extLst>
              <a:ext uri="{FF2B5EF4-FFF2-40B4-BE49-F238E27FC236}">
                <a16:creationId xmlns:a16="http://schemas.microsoft.com/office/drawing/2014/main" id="{88E20973-1C60-D5D2-3D15-7A413D737C71}"/>
              </a:ext>
            </a:extLst>
          </p:cNvPr>
          <p:cNvSpPr txBox="1"/>
          <p:nvPr/>
        </p:nvSpPr>
        <p:spPr>
          <a:xfrm>
            <a:off x="404261" y="1491916"/>
            <a:ext cx="11367436" cy="3970318"/>
          </a:xfrm>
          <a:prstGeom prst="rect">
            <a:avLst/>
          </a:prstGeom>
          <a:noFill/>
        </p:spPr>
        <p:txBody>
          <a:bodyPr wrap="square" rtlCol="0">
            <a:spAutoFit/>
          </a:bodyPr>
          <a:lstStyle/>
          <a:p>
            <a:pPr marL="285750" indent="-285750">
              <a:buFont typeface="Arial" panose="020B0604020202020204" pitchFamily="34" charset="0"/>
              <a:buChar char="•"/>
            </a:pPr>
            <a:r>
              <a:rPr lang="en-US" dirty="0"/>
              <a:t>PostgreSQL’s dominance → It’s already the most widely used database and also the most desired for future work. That signals strong momentum and industry confidence in its scalability and modern features.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MySQL slipping → While still heavily used today, it drops behind PostgreSQL and SQLite in future interest, suggesting developers see it more as a legacy tool.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SQLite’s rise → It’s third in current usage but jumps to second in “want to work with,” reflecting its appeal for lightweight, embedded applications and rapid prototyping.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Cloud‑native and modern options → MongoDB, Redis, and </a:t>
            </a:r>
            <a:r>
              <a:rPr lang="en-US" dirty="0" err="1"/>
              <a:t>Supabase</a:t>
            </a:r>
            <a:r>
              <a:rPr lang="en-US" dirty="0"/>
              <a:t> (appearing only in future interest) show developers are increasingly drawn to flexible, cloud‑friendly solutions.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Enterprise databases fading → Oracle and Microsoft SQL Server remain in the current top 10 but lose ground in future preferences, indicating declining enthusiasm outside legacy systems.</a:t>
            </a:r>
            <a:endParaRPr lang="en-ZA" dirty="0"/>
          </a:p>
        </p:txBody>
      </p:sp>
    </p:spTree>
    <p:extLst>
      <p:ext uri="{BB962C8B-B14F-4D97-AF65-F5344CB8AC3E}">
        <p14:creationId xmlns:p14="http://schemas.microsoft.com/office/powerpoint/2010/main" val="2968191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742424" y="244544"/>
            <a:ext cx="11345743" cy="1325563"/>
          </a:xfrm>
        </p:spPr>
        <p:txBody>
          <a:bodyPr>
            <a:normAutofit/>
          </a:bodyPr>
          <a:lstStyle/>
          <a:p>
            <a:r>
              <a:rPr lang="en-US" sz="3200" dirty="0"/>
              <a:t>DATABASE TRENDS:</a:t>
            </a:r>
            <a:br>
              <a:rPr lang="en-US" sz="3200" dirty="0"/>
            </a:br>
            <a:r>
              <a:rPr lang="en-US" sz="3200" dirty="0"/>
              <a:t>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a:normAutofit fontScale="77500" lnSpcReduction="20000"/>
          </a:bodyPr>
          <a:lstStyle/>
          <a:p>
            <a:pPr marL="0" indent="0">
              <a:buNone/>
            </a:pPr>
            <a:r>
              <a:rPr lang="en-US" dirty="0"/>
              <a:t>Findings</a:t>
            </a:r>
          </a:p>
          <a:p>
            <a:pPr marL="0" indent="0">
              <a:buNone/>
            </a:pPr>
            <a:endParaRPr lang="en-US" dirty="0"/>
          </a:p>
          <a:p>
            <a:r>
              <a:rPr lang="en-US" dirty="0"/>
              <a:t>PostgreSQL has overtaken MySQL as the most widely used and most desired database, consolidating its lead.</a:t>
            </a:r>
          </a:p>
          <a:p>
            <a:r>
              <a:rPr lang="en-US" dirty="0"/>
              <a:t>SQLite shows strong growth in future interest, rising to second place in “want to work with.”</a:t>
            </a:r>
          </a:p>
          <a:p>
            <a:r>
              <a:rPr lang="en-US" dirty="0"/>
              <a:t>Legacy enterprise databases like Oracle and Microsoft SQL Server remain common today but are losing appeal in future preferences.</a:t>
            </a: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p:txBody>
          <a:bodyPr>
            <a:normAutofit fontScale="77500" lnSpcReduction="20000"/>
          </a:bodyPr>
          <a:lstStyle/>
          <a:p>
            <a:pPr marL="0" indent="0">
              <a:buNone/>
            </a:pPr>
            <a:r>
              <a:rPr lang="en-US" dirty="0"/>
              <a:t>Implications</a:t>
            </a:r>
          </a:p>
          <a:p>
            <a:pPr marL="0" indent="0">
              <a:buNone/>
            </a:pPr>
            <a:endParaRPr lang="en-US" dirty="0"/>
          </a:p>
          <a:p>
            <a:r>
              <a:rPr lang="en-US" dirty="0"/>
              <a:t>Organizations should invest in PostgreSQL expertise and migration strategies to align with industry momentum.</a:t>
            </a:r>
          </a:p>
          <a:p>
            <a:r>
              <a:rPr lang="en-US" dirty="0"/>
              <a:t>Educators and training providers can emphasize lightweight solutions like SQLite to prepare developers for modern application needs.</a:t>
            </a:r>
          </a:p>
          <a:p>
            <a:r>
              <a:rPr lang="en-US" dirty="0"/>
              <a:t>Companies relying on legacy databases must plan for gradual transitions, balancing system stability with adoption of cloud‑native and developer‑preferred platforms.</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96FB03-F857-3EC0-249E-AE03F391502E}"/>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11" name="Picture 10">
            <a:extLst>
              <a:ext uri="{FF2B5EF4-FFF2-40B4-BE49-F238E27FC236}">
                <a16:creationId xmlns:a16="http://schemas.microsoft.com/office/drawing/2014/main" id="{49CD5480-8D7F-0D3A-0CC7-584A6E064C5A}"/>
              </a:ext>
            </a:extLst>
          </p:cNvPr>
          <p:cNvPicPr>
            <a:picLocks noChangeAspect="1"/>
          </p:cNvPicPr>
          <p:nvPr/>
        </p:nvPicPr>
        <p:blipFill>
          <a:blip r:embed="rId3"/>
          <a:stretch>
            <a:fillRect/>
          </a:stretch>
        </p:blipFill>
        <p:spPr>
          <a:xfrm>
            <a:off x="2020054" y="1786925"/>
            <a:ext cx="7018069" cy="4559317"/>
          </a:xfrm>
          <a:prstGeom prst="rect">
            <a:avLst/>
          </a:prstGeom>
        </p:spPr>
      </p:pic>
      <p:sp>
        <p:nvSpPr>
          <p:cNvPr id="2" name="TextBox 1">
            <a:extLst>
              <a:ext uri="{FF2B5EF4-FFF2-40B4-BE49-F238E27FC236}">
                <a16:creationId xmlns:a16="http://schemas.microsoft.com/office/drawing/2014/main" id="{7D502F46-8188-70BA-D995-FD3BA7285D04}"/>
              </a:ext>
            </a:extLst>
          </p:cNvPr>
          <p:cNvSpPr txBox="1"/>
          <p:nvPr/>
        </p:nvSpPr>
        <p:spPr>
          <a:xfrm>
            <a:off x="308810" y="291530"/>
            <a:ext cx="8912994" cy="769441"/>
          </a:xfrm>
          <a:prstGeom prst="rect">
            <a:avLst/>
          </a:prstGeom>
          <a:noFill/>
        </p:spPr>
        <p:txBody>
          <a:bodyPr wrap="square" rtlCol="0">
            <a:spAutoFit/>
          </a:bodyPr>
          <a:lstStyle/>
          <a:p>
            <a:r>
              <a:rPr lang="en-US" sz="4400" dirty="0"/>
              <a:t>DASHBOARD</a:t>
            </a:r>
            <a:endParaRPr lang="en-ZA" sz="4400" dirty="0"/>
          </a:p>
        </p:txBody>
      </p:sp>
      <p:sp>
        <p:nvSpPr>
          <p:cNvPr id="4" name="TextBox 3">
            <a:extLst>
              <a:ext uri="{FF2B5EF4-FFF2-40B4-BE49-F238E27FC236}">
                <a16:creationId xmlns:a16="http://schemas.microsoft.com/office/drawing/2014/main" id="{F35C90B0-56F1-3DA4-A3B6-66B01EAFC247}"/>
              </a:ext>
            </a:extLst>
          </p:cNvPr>
          <p:cNvSpPr txBox="1"/>
          <p:nvPr/>
        </p:nvSpPr>
        <p:spPr>
          <a:xfrm>
            <a:off x="308810" y="1157208"/>
            <a:ext cx="9972575" cy="923330"/>
          </a:xfrm>
          <a:prstGeom prst="rect">
            <a:avLst/>
          </a:prstGeom>
          <a:noFill/>
        </p:spPr>
        <p:txBody>
          <a:bodyPr wrap="square" rtlCol="0">
            <a:spAutoFit/>
          </a:bodyPr>
          <a:lstStyle/>
          <a:p>
            <a:r>
              <a:rPr lang="en-US" dirty="0"/>
              <a:t>Current Tech Usage → Bar charts break down programming languages and databases by age group, showing generational differences in adoption.</a:t>
            </a:r>
          </a:p>
          <a:p>
            <a:endParaRPr lang="en-US" dirty="0"/>
          </a:p>
        </p:txBody>
      </p:sp>
    </p:spTree>
    <p:custDataLst>
      <p:tags r:id="rId1"/>
    </p:custDataLst>
    <p:extLst>
      <p:ext uri="{BB962C8B-B14F-4D97-AF65-F5344CB8AC3E}">
        <p14:creationId xmlns:p14="http://schemas.microsoft.com/office/powerpoint/2010/main" val="2429736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1AE69617-AF3C-683C-63BC-5ED22FA0ACAE}"/>
              </a:ext>
            </a:extLst>
          </p:cNvPr>
          <p:cNvPicPr>
            <a:picLocks noChangeAspect="1"/>
          </p:cNvPicPr>
          <p:nvPr/>
        </p:nvPicPr>
        <p:blipFill>
          <a:blip r:embed="rId3"/>
          <a:stretch>
            <a:fillRect/>
          </a:stretch>
        </p:blipFill>
        <p:spPr>
          <a:xfrm>
            <a:off x="567069" y="687905"/>
            <a:ext cx="7001852" cy="5239481"/>
          </a:xfrm>
          <a:prstGeom prst="rect">
            <a:avLst/>
          </a:prstGeom>
        </p:spPr>
      </p:pic>
      <p:sp>
        <p:nvSpPr>
          <p:cNvPr id="2" name="TextBox 1">
            <a:extLst>
              <a:ext uri="{FF2B5EF4-FFF2-40B4-BE49-F238E27FC236}">
                <a16:creationId xmlns:a16="http://schemas.microsoft.com/office/drawing/2014/main" id="{50E54469-88E9-2628-F27D-5C48E845DDC7}"/>
              </a:ext>
            </a:extLst>
          </p:cNvPr>
          <p:cNvSpPr txBox="1"/>
          <p:nvPr/>
        </p:nvSpPr>
        <p:spPr>
          <a:xfrm>
            <a:off x="6602931" y="1074993"/>
            <a:ext cx="4822256" cy="1477328"/>
          </a:xfrm>
          <a:prstGeom prst="rect">
            <a:avLst/>
          </a:prstGeom>
          <a:noFill/>
        </p:spPr>
        <p:txBody>
          <a:bodyPr wrap="square" rtlCol="0">
            <a:spAutoFit/>
          </a:bodyPr>
          <a:lstStyle/>
          <a:p>
            <a:r>
              <a:rPr lang="en-US" dirty="0"/>
              <a:t>Future Tech Usage → Charts highlight what developers want to work with, revealing aspirational trends (e.g., Rust, PostgreSQL, AWS).</a:t>
            </a:r>
          </a:p>
          <a:p>
            <a:endParaRPr lang="en-ZA" dirty="0"/>
          </a:p>
        </p:txBody>
      </p:sp>
    </p:spTree>
    <p:custDataLst>
      <p:tags r:id="rId1"/>
    </p:custDataLst>
    <p:extLst>
      <p:ext uri="{BB962C8B-B14F-4D97-AF65-F5344CB8AC3E}">
        <p14:creationId xmlns:p14="http://schemas.microsoft.com/office/powerpoint/2010/main" val="2048496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7EFBE64-90F0-9BE8-72F6-2E1C1A16EEF7}"/>
              </a:ext>
            </a:extLst>
          </p:cNvPr>
          <p:cNvPicPr>
            <a:picLocks noChangeAspect="1"/>
          </p:cNvPicPr>
          <p:nvPr/>
        </p:nvPicPr>
        <p:blipFill>
          <a:blip r:embed="rId3"/>
          <a:stretch>
            <a:fillRect/>
          </a:stretch>
        </p:blipFill>
        <p:spPr>
          <a:xfrm>
            <a:off x="370385" y="613431"/>
            <a:ext cx="6472926" cy="4904487"/>
          </a:xfrm>
          <a:prstGeom prst="rect">
            <a:avLst/>
          </a:prstGeom>
        </p:spPr>
      </p:pic>
      <p:sp>
        <p:nvSpPr>
          <p:cNvPr id="2" name="TextBox 1">
            <a:extLst>
              <a:ext uri="{FF2B5EF4-FFF2-40B4-BE49-F238E27FC236}">
                <a16:creationId xmlns:a16="http://schemas.microsoft.com/office/drawing/2014/main" id="{2876467D-C674-19CF-882E-F98E3A260351}"/>
              </a:ext>
            </a:extLst>
          </p:cNvPr>
          <p:cNvSpPr txBox="1"/>
          <p:nvPr/>
        </p:nvSpPr>
        <p:spPr>
          <a:xfrm>
            <a:off x="6843311" y="991402"/>
            <a:ext cx="4745506" cy="1200329"/>
          </a:xfrm>
          <a:prstGeom prst="rect">
            <a:avLst/>
          </a:prstGeom>
          <a:noFill/>
        </p:spPr>
        <p:txBody>
          <a:bodyPr wrap="square" rtlCol="0">
            <a:spAutoFit/>
          </a:bodyPr>
          <a:lstStyle/>
          <a:p>
            <a:r>
              <a:rPr lang="en-US" dirty="0"/>
              <a:t>Platforms → Pie charts and heatmaps compare cloud providers (AWS, Azure, Google Cloud), showing market share and developer interest</a:t>
            </a:r>
            <a:endParaRPr lang="en-ZA" dirty="0"/>
          </a:p>
        </p:txBody>
      </p:sp>
    </p:spTree>
    <p:custDataLst>
      <p:tags r:id="rId1"/>
    </p:custDataLst>
    <p:extLst>
      <p:ext uri="{BB962C8B-B14F-4D97-AF65-F5344CB8AC3E}">
        <p14:creationId xmlns:p14="http://schemas.microsoft.com/office/powerpoint/2010/main" val="2405636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8E9427-A476-902E-2DC7-01461A4D2BC0}"/>
              </a:ext>
            </a:extLst>
          </p:cNvPr>
          <p:cNvPicPr>
            <a:picLocks noChangeAspect="1"/>
          </p:cNvPicPr>
          <p:nvPr/>
        </p:nvPicPr>
        <p:blipFill>
          <a:blip r:embed="rId2"/>
          <a:stretch>
            <a:fillRect/>
          </a:stretch>
        </p:blipFill>
        <p:spPr>
          <a:xfrm>
            <a:off x="4718455" y="825832"/>
            <a:ext cx="6804212" cy="4968574"/>
          </a:xfrm>
          <a:prstGeom prst="rect">
            <a:avLst/>
          </a:prstGeom>
        </p:spPr>
      </p:pic>
      <p:sp>
        <p:nvSpPr>
          <p:cNvPr id="2" name="TextBox 1">
            <a:extLst>
              <a:ext uri="{FF2B5EF4-FFF2-40B4-BE49-F238E27FC236}">
                <a16:creationId xmlns:a16="http://schemas.microsoft.com/office/drawing/2014/main" id="{336B68E6-71DA-DD88-1151-CAE82E0D204A}"/>
              </a:ext>
            </a:extLst>
          </p:cNvPr>
          <p:cNvSpPr txBox="1"/>
          <p:nvPr/>
        </p:nvSpPr>
        <p:spPr>
          <a:xfrm>
            <a:off x="352359" y="1019105"/>
            <a:ext cx="4190765" cy="1754326"/>
          </a:xfrm>
          <a:prstGeom prst="rect">
            <a:avLst/>
          </a:prstGeom>
          <a:noFill/>
        </p:spPr>
        <p:txBody>
          <a:bodyPr wrap="square" rtlCol="0">
            <a:spAutoFit/>
          </a:bodyPr>
          <a:lstStyle/>
          <a:p>
            <a:r>
              <a:rPr lang="en-US" dirty="0"/>
              <a:t>Demographics → Donut charts and </a:t>
            </a:r>
            <a:r>
              <a:rPr lang="en-US" dirty="0" err="1"/>
              <a:t>treemaps</a:t>
            </a:r>
            <a:r>
              <a:rPr lang="en-US" dirty="0"/>
              <a:t> give context: age distribution, education levels, and country representation, helping interpret trends in light of who’s responding</a:t>
            </a:r>
            <a:endParaRPr lang="en-ZA" dirty="0"/>
          </a:p>
          <a:p>
            <a:endParaRPr lang="en-ZA" dirty="0"/>
          </a:p>
        </p:txBody>
      </p:sp>
    </p:spTree>
    <p:extLst>
      <p:ext uri="{BB962C8B-B14F-4D97-AF65-F5344CB8AC3E}">
        <p14:creationId xmlns:p14="http://schemas.microsoft.com/office/powerpoint/2010/main" val="1743295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a:xfrm>
            <a:off x="1329088" y="336249"/>
            <a:ext cx="10515600" cy="1325563"/>
          </a:xfrm>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901819" y="2474113"/>
            <a:ext cx="3054361" cy="3054361"/>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5108581" y="1430989"/>
            <a:ext cx="5181600" cy="4351338"/>
          </a:xfrm>
        </p:spPr>
        <p:txBody>
          <a:bodyPr>
            <a:normAutofit lnSpcReduction="10000"/>
          </a:bodyPr>
          <a:lstStyle/>
          <a:p>
            <a:r>
              <a:rPr lang="en-US" dirty="0"/>
              <a:t>The ecosystem is consolidating around Python and PostgreSQL, while developer aspirations point toward modern languages and cloud‑native solutions. </a:t>
            </a:r>
          </a:p>
          <a:p>
            <a:r>
              <a:rPr lang="en-US" dirty="0"/>
              <a:t>The dashboard transforms these raw survey results into actionable insights for organizations, educators, and communities.</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a:xfrm>
            <a:off x="1280962" y="364180"/>
            <a:ext cx="10515600" cy="1325563"/>
          </a:xfrm>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256524" y="1604244"/>
            <a:ext cx="6809509"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Python, JavaScript, and SQL remain foundational, while Rust and Go signal the next wave of developer interest.</a:t>
            </a:r>
          </a:p>
          <a:p>
            <a:r>
              <a:rPr lang="en-US" dirty="0"/>
              <a:t>PostgreSQL has emerged as the leading database, with SQLite gaining momentum and legacy systems losing appeal.</a:t>
            </a:r>
          </a:p>
          <a:p>
            <a:r>
              <a:rPr lang="en-US" dirty="0"/>
              <a:t>The dashboard provides a holistic view of current and future tech usage, demographics, and platforms, turning raw survey data into actionable insights.</a:t>
            </a:r>
          </a:p>
          <a:p>
            <a:r>
              <a:rPr lang="en-US" dirty="0"/>
              <a:t>Organizations, educators, and communities can leverage these findings to align strategies, curricula, and engagement with the evolving developer ecosystem.</a:t>
            </a:r>
          </a:p>
        </p:txBody>
      </p:sp>
    </p:spTree>
    <p:custDataLst>
      <p:tags r:id="rId1"/>
    </p:custDataLst>
    <p:extLst>
      <p:ext uri="{BB962C8B-B14F-4D97-AF65-F5344CB8AC3E}">
        <p14:creationId xmlns:p14="http://schemas.microsoft.com/office/powerpoint/2010/main" val="840378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p:txBody>
          <a:bodyPr anchor="ctr">
            <a:normAutofit/>
          </a:bodyPr>
          <a:lstStyle/>
          <a:p>
            <a:r>
              <a:rPr lang="en-US"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4536809" y="2766218"/>
            <a:ext cx="6809509"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dirty="0"/>
              <a:t>https://github.com/Brendan-Trollip/IBM-Data-Analysis-Labs.git</a:t>
            </a:r>
          </a:p>
        </p:txBody>
      </p:sp>
    </p:spTree>
    <p:custDataLst>
      <p:tags r:id="rId1"/>
    </p:custDataLst>
    <p:extLst>
      <p:ext uri="{BB962C8B-B14F-4D97-AF65-F5344CB8AC3E}">
        <p14:creationId xmlns:p14="http://schemas.microsoft.com/office/powerpoint/2010/main" val="1860158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538248" y="383051"/>
            <a:ext cx="5929053" cy="1325563"/>
          </a:xfrm>
        </p:spPr>
        <p:txBody>
          <a:bodyPr anchor="ctr">
            <a:normAutofit/>
          </a:bodyPr>
          <a:lstStyle/>
          <a:p>
            <a:r>
              <a:rPr lang="en-US" dirty="0"/>
              <a:t> JOB POSTINGS</a:t>
            </a:r>
          </a:p>
        </p:txBody>
      </p:sp>
      <p:pic>
        <p:nvPicPr>
          <p:cNvPr id="3" name="Picture 2">
            <a:extLst>
              <a:ext uri="{FF2B5EF4-FFF2-40B4-BE49-F238E27FC236}">
                <a16:creationId xmlns:a16="http://schemas.microsoft.com/office/drawing/2014/main" id="{C4D93EAD-6348-8135-34BA-FC80E7D90B8C}"/>
              </a:ext>
            </a:extLst>
          </p:cNvPr>
          <p:cNvPicPr>
            <a:picLocks noChangeAspect="1"/>
          </p:cNvPicPr>
          <p:nvPr/>
        </p:nvPicPr>
        <p:blipFill>
          <a:blip r:embed="rId3"/>
          <a:stretch>
            <a:fillRect/>
          </a:stretch>
        </p:blipFill>
        <p:spPr>
          <a:xfrm>
            <a:off x="1655545" y="1430264"/>
            <a:ext cx="8121618" cy="4833313"/>
          </a:xfrm>
          <a:prstGeom prst="rect">
            <a:avLst/>
          </a:prstGeom>
        </p:spPr>
      </p:pic>
    </p:spTree>
    <p:custDataLst>
      <p:tags r:id="rId1"/>
    </p:custDataLst>
    <p:extLst>
      <p:ext uri="{BB962C8B-B14F-4D97-AF65-F5344CB8AC3E}">
        <p14:creationId xmlns:p14="http://schemas.microsoft.com/office/powerpoint/2010/main" val="1935373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528623" y="277173"/>
            <a:ext cx="5929053" cy="1325563"/>
          </a:xfrm>
        </p:spPr>
        <p:txBody>
          <a:bodyPr anchor="ctr">
            <a:normAutofit/>
          </a:bodyPr>
          <a:lstStyle/>
          <a:p>
            <a:r>
              <a:rPr lang="en-US" dirty="0"/>
              <a:t>POPULAR LANGUAGES</a:t>
            </a:r>
          </a:p>
        </p:txBody>
      </p:sp>
      <p:pic>
        <p:nvPicPr>
          <p:cNvPr id="3" name="Picture 2">
            <a:extLst>
              <a:ext uri="{FF2B5EF4-FFF2-40B4-BE49-F238E27FC236}">
                <a16:creationId xmlns:a16="http://schemas.microsoft.com/office/drawing/2014/main" id="{20F115AC-2BE2-7A0C-FC9B-54E13CE459B5}"/>
              </a:ext>
            </a:extLst>
          </p:cNvPr>
          <p:cNvPicPr>
            <a:picLocks noChangeAspect="1"/>
          </p:cNvPicPr>
          <p:nvPr/>
        </p:nvPicPr>
        <p:blipFill>
          <a:blip r:embed="rId3"/>
          <a:stretch>
            <a:fillRect/>
          </a:stretch>
        </p:blipFill>
        <p:spPr>
          <a:xfrm>
            <a:off x="1674797" y="1221216"/>
            <a:ext cx="8604985" cy="5210358"/>
          </a:xfrm>
          <a:prstGeom prst="rect">
            <a:avLst/>
          </a:prstGeom>
        </p:spPr>
      </p:pic>
    </p:spTree>
    <p:custDataLst>
      <p:tags r:id="rId1"/>
    </p:custDataLst>
    <p:extLst>
      <p:ext uri="{BB962C8B-B14F-4D97-AF65-F5344CB8AC3E}">
        <p14:creationId xmlns:p14="http://schemas.microsoft.com/office/powerpoint/2010/main" val="1945902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11997</TotalTime>
  <Words>1393</Words>
  <Application>Microsoft Office PowerPoint</Application>
  <PresentationFormat>Widescreen</PresentationFormat>
  <Paragraphs>108</Paragraphs>
  <Slides>22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Aptos Display</vt:lpstr>
      <vt:lpstr>Arial</vt:lpstr>
      <vt:lpstr>Calibri</vt:lpstr>
      <vt:lpstr>DM Serif Display</vt:lpstr>
      <vt:lpstr>IBM Plex Mono</vt:lpstr>
      <vt:lpstr>IBM Plex Sans</vt:lpstr>
      <vt:lpstr>Office Theme</vt:lpstr>
      <vt:lpstr>PowerPoint Presentation</vt:lpstr>
      <vt:lpstr>PowerPoint Presentation</vt:lpstr>
      <vt:lpstr>EXECUTIVE SUMMARY</vt:lpstr>
      <vt:lpstr>INTRODUCTION</vt:lpstr>
      <vt:lpstr>METHODOLOGY</vt:lpstr>
      <vt:lpstr>PowerPoint Presentation</vt:lpstr>
      <vt:lpstr>What this means?</vt:lpstr>
      <vt:lpstr>PROGRAMMING LANGUAGE TRENDS</vt:lpstr>
      <vt:lpstr>What this means?</vt:lpstr>
      <vt:lpstr>PROGRAMMING LANGUAGE TRENDS:  FINDINGS &amp; IMPLICATIONS</vt:lpstr>
      <vt:lpstr>DATABASE TRENDS</vt:lpstr>
      <vt:lpstr>What this means?</vt:lpstr>
      <vt:lpstr>DATABASE TRENDS: FINDINGS &amp; IMPLICATIONS</vt:lpstr>
      <vt:lpstr>PowerPoint Presentation</vt:lpstr>
      <vt:lpstr>PowerPoint Presentation</vt:lpstr>
      <vt:lpstr>PowerPoint Presentation</vt:lpstr>
      <vt:lpstr>PowerPoint Presentation</vt:lpstr>
      <vt:lpstr>DISCUSSION</vt:lpstr>
      <vt:lpstr>CONCLUSION</vt:lpstr>
      <vt:lpstr>APPENDIX</vt:lpstr>
      <vt:lpstr> JOB POSTINGS</vt:lpstr>
      <vt:lpstr>POPULAR LANGUAGES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Tori Sleeper</dc:creator>
  <cp:lastModifiedBy>Brendan Trollip</cp:lastModifiedBy>
  <cp:revision>15</cp:revision>
  <dcterms:created xsi:type="dcterms:W3CDTF">2024-10-30T05:40:03Z</dcterms:created>
  <dcterms:modified xsi:type="dcterms:W3CDTF">2026-06-19T18:14:06Z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